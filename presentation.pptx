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2b11aa39d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2b11aa39d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2b11aa39d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2b11aa39d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In connection with rising IOT </a:t>
            </a:r>
            <a:r>
              <a:rPr lang="pl"/>
              <a:t>technology sector</a:t>
            </a:r>
            <a:r>
              <a:rPr lang="pl"/>
              <a:t> the number of wireless systems is increasing rapidly. Our measurement system allows distributors to control their devices  in terms of power efficiency.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2b11aa39d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92b11aa39d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2b11aa39d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2b11aa39d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700"/>
              </a:spcBef>
              <a:spcAft>
                <a:spcPts val="0"/>
              </a:spcAft>
              <a:buClr>
                <a:schemeClr val="dk1"/>
              </a:buClr>
              <a:buSzPts val="1100"/>
              <a:buFont typeface="Arial"/>
              <a:buNone/>
            </a:pPr>
            <a:r>
              <a:rPr lang="pl">
                <a:solidFill>
                  <a:schemeClr val="dk1"/>
                </a:solidFill>
              </a:rPr>
              <a:t>Assume that Your company produces thousands of wireless systems whose firmware is written in a sub-optimal energy-efficient way. Your customers complain about short battery life and the competition is ruthless in the technology  race. Your company is losing its market position and reputation.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92b11aa39d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92b11aa39d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700"/>
              </a:spcBef>
              <a:spcAft>
                <a:spcPts val="0"/>
              </a:spcAft>
              <a:buClr>
                <a:schemeClr val="dk1"/>
              </a:buClr>
              <a:buSzPts val="1100"/>
              <a:buFont typeface="Arial"/>
              <a:buNone/>
            </a:pPr>
            <a:r>
              <a:rPr lang="pl">
                <a:solidFill>
                  <a:schemeClr val="dk1"/>
                </a:solidFill>
              </a:rPr>
              <a:t>Here our solution appears. </a:t>
            </a:r>
            <a:r>
              <a:rPr lang="pl">
                <a:solidFill>
                  <a:schemeClr val="dk1"/>
                </a:solidFill>
              </a:rPr>
              <a:t>Now you are able to monitor all of products in case of power efficiency.</a:t>
            </a:r>
            <a:endParaRPr/>
          </a:p>
          <a:p>
            <a:pPr indent="0" lvl="0" marL="0" rtl="0" algn="l">
              <a:lnSpc>
                <a:spcPct val="90000"/>
              </a:lnSpc>
              <a:spcBef>
                <a:spcPts val="700"/>
              </a:spcBef>
              <a:spcAft>
                <a:spcPts val="0"/>
              </a:spcAft>
              <a:buClr>
                <a:schemeClr val="dk1"/>
              </a:buClr>
              <a:buSzPts val="1100"/>
              <a:buFont typeface="Arial"/>
              <a:buNone/>
            </a:pPr>
            <a:r>
              <a:t/>
            </a:r>
            <a:endParaRPr>
              <a:solidFill>
                <a:schemeClr val="dk1"/>
              </a:solidFill>
            </a:endParaRPr>
          </a:p>
          <a:p>
            <a:pPr indent="0" lvl="0" marL="0" rtl="0" algn="l">
              <a:lnSpc>
                <a:spcPct val="90000"/>
              </a:lnSpc>
              <a:spcBef>
                <a:spcPts val="700"/>
              </a:spcBef>
              <a:spcAft>
                <a:spcPts val="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2b11aa39d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92b11aa39d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To perform the measurement, the capacitor must first be charged to a known energy level or fully charged to 3.3 V. Then the user can start the measurement by supplying the device under test. After a certain period of time, which depends on the power consumption of the MCU under test, an energy consumption report is displayed.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2b11aa39d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92b11aa39d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2b11aa39d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92b11aa39d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2b11aa39d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92b11aa39d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2b11aa39d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92b11aa39d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a:solidFill>
                  <a:schemeClr val="dk1"/>
                </a:solidFill>
              </a:rPr>
              <a:t>To develop the Power consumption driver, we need a testing team. The team should include one electronics engineer and one software engineer. They will be responsible for testing, modernizing, supervising, and maintaining the hardware and software aspects, including PCB management, soldering and software calibration. The team must also maintain clear communication between hardware and software to ensure system integrity.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92b11aa39d_2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92b11aa39d_2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Schematic of the Power consumption driver PCB.</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8bed2aae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b8bed2aae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a:solidFill>
                  <a:schemeClr val="dk1"/>
                </a:solidFill>
              </a:rPr>
              <a:t>Prototype PCB dimensions: 125 x 120 mm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2b11aa39d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92b11aa39d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a:solidFill>
                  <a:schemeClr val="dk1"/>
                </a:solidFill>
              </a:rPr>
              <a:t>In the prototype, we analyzed the system’s behavior depending on the load connection method (3 variants) and the device’s data sampling method (2 variants). Based on the empirically obtained results, we selected the optimal option in each category.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2b11aa39d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92b11aa39d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a:solidFill>
                  <a:schemeClr val="dk1"/>
                </a:solidFill>
              </a:rPr>
              <a:t>The heart of the PCB, archiving data and managing peripherals, is the Nucleo F334R8. The chosen microcontroller is a low-cost option with a built-in programmer and peripherals designed for accurate analog signal measurements.</a:t>
            </a:r>
            <a:endParaRPr>
              <a:solidFill>
                <a:schemeClr val="dk1"/>
              </a:solidFill>
            </a:endParaRPr>
          </a:p>
          <a:p>
            <a:pPr indent="0" lvl="0" marL="0" rtl="0" algn="l">
              <a:lnSpc>
                <a:spcPct val="90000"/>
              </a:lnSpc>
              <a:spcBef>
                <a:spcPts val="700"/>
              </a:spcBef>
              <a:spcAft>
                <a:spcPts val="0"/>
              </a:spcAft>
              <a:buClr>
                <a:schemeClr val="dk1"/>
              </a:buClr>
              <a:buSzPts val="1100"/>
              <a:buFont typeface="Arial"/>
              <a:buNone/>
            </a:pPr>
            <a:r>
              <a:t/>
            </a:r>
            <a:endParaRPr sz="2000">
              <a:solidFill>
                <a:schemeClr val="dk1"/>
              </a:solidFill>
              <a:latin typeface="Calibri"/>
              <a:ea typeface="Calibri"/>
              <a:cs typeface="Calibri"/>
              <a:sym typeface="Calibri"/>
            </a:endParaRPr>
          </a:p>
          <a:p>
            <a:pPr indent="0" lvl="0" marL="0" rtl="0" algn="l">
              <a:lnSpc>
                <a:spcPct val="90000"/>
              </a:lnSpc>
              <a:spcBef>
                <a:spcPts val="700"/>
              </a:spcBef>
              <a:spcAft>
                <a:spcPts val="0"/>
              </a:spcAft>
              <a:buClr>
                <a:schemeClr val="dk1"/>
              </a:buClr>
              <a:buSzPts val="1100"/>
              <a:buFont typeface="Arial"/>
              <a:buNone/>
            </a:pPr>
            <a:r>
              <a:rPr lang="pl" sz="1800">
                <a:solidFill>
                  <a:schemeClr val="dk1"/>
                </a:solidFill>
                <a:latin typeface="Calibri"/>
                <a:ea typeface="Calibri"/>
                <a:cs typeface="Calibri"/>
                <a:sym typeface="Calibri"/>
              </a:rPr>
              <a:t>We use:</a:t>
            </a:r>
            <a:br>
              <a:rPr lang="pl" sz="1800">
                <a:solidFill>
                  <a:schemeClr val="dk1"/>
                </a:solidFill>
                <a:latin typeface="Calibri"/>
                <a:ea typeface="Calibri"/>
                <a:cs typeface="Calibri"/>
                <a:sym typeface="Calibri"/>
              </a:rPr>
            </a:br>
            <a:r>
              <a:rPr lang="pl" sz="1800">
                <a:solidFill>
                  <a:schemeClr val="dk1"/>
                </a:solidFill>
                <a:latin typeface="Calibri"/>
                <a:ea typeface="Calibri"/>
                <a:cs typeface="Calibri"/>
                <a:sym typeface="Calibri"/>
              </a:rPr>
              <a:t>2x ADC </a:t>
            </a:r>
            <a:endParaRPr sz="1800">
              <a:solidFill>
                <a:schemeClr val="dk1"/>
              </a:solidFill>
              <a:latin typeface="Calibri"/>
              <a:ea typeface="Calibri"/>
              <a:cs typeface="Calibri"/>
              <a:sym typeface="Calibri"/>
            </a:endParaRPr>
          </a:p>
          <a:p>
            <a:pPr indent="0" lvl="0" marL="0" rtl="0" algn="l">
              <a:lnSpc>
                <a:spcPct val="90000"/>
              </a:lnSpc>
              <a:spcBef>
                <a:spcPts val="700"/>
              </a:spcBef>
              <a:spcAft>
                <a:spcPts val="0"/>
              </a:spcAft>
              <a:buClr>
                <a:schemeClr val="dk1"/>
              </a:buClr>
              <a:buSzPts val="1100"/>
              <a:buFont typeface="Arial"/>
              <a:buNone/>
            </a:pPr>
            <a:r>
              <a:rPr lang="pl" sz="1800">
                <a:solidFill>
                  <a:schemeClr val="dk1"/>
                </a:solidFill>
                <a:latin typeface="Calibri"/>
                <a:ea typeface="Calibri"/>
                <a:cs typeface="Calibri"/>
                <a:sym typeface="Calibri"/>
              </a:rPr>
              <a:t>5x Timers</a:t>
            </a:r>
            <a:endParaRPr sz="9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92b11aa39d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92b11aa39d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a:solidFill>
                  <a:schemeClr val="dk1"/>
                </a:solidFill>
              </a:rPr>
              <a:t>A cheap 2x16 character display - the first contact between the machine and the user.</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92b11aa39d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92b11aa39d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a:solidFill>
                  <a:schemeClr val="dk1"/>
                </a:solidFill>
              </a:rPr>
              <a:t>A current sense amplifier from STMicroelectronics enables the measurement of small currents (gain ≈ 20 V/V) and allows capturing the dynamics of the supply current flowing into the MCU.</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92b11aa39d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92b11aa39d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a:solidFill>
                  <a:schemeClr val="dk1"/>
                </a:solidFill>
              </a:rPr>
              <a:t>The NPS4069 from Nexperia is current switching integrated circuit. It suits the PCB perfectly due to its purpose, cost and dimensions.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92b11aa39d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92b11aa39d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a:solidFill>
                  <a:schemeClr val="dk1"/>
                </a:solidFill>
              </a:rPr>
              <a:t>Integrated circuit form Texas Instruments designed for charging supercapacitors, in our design the charging current was limited to 200 mA and the output voltage to 3.3 V. The element used is dedicated to work with a microcontroller, which enables easy integration on PCB design.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92b11aa39d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92b11aa39d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a:solidFill>
                  <a:schemeClr val="dk1"/>
                </a:solidFill>
              </a:rPr>
              <a:t>Solid radial BNC connector for additional measurement of the current signal using an oscilloscope.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2b11aa39d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92b11aa39d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25 farads supercapacitor, core target  supplier.</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92b11aa39d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92b11aa39d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a:solidFill>
                  <a:schemeClr val="dk1"/>
                </a:solidFill>
              </a:rPr>
              <a:t>Passive components such as E96 series SMD 0805 resistors and 0402 X5R and X7R capacitors for decoupling. Jumpers, male and female goldpins.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b8bed2aae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b8bed2aae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700"/>
              </a:spcBef>
              <a:spcAft>
                <a:spcPts val="0"/>
              </a:spcAft>
              <a:buClr>
                <a:schemeClr val="dk1"/>
              </a:buClr>
              <a:buSzPts val="1100"/>
              <a:buFont typeface="Arial"/>
              <a:buNone/>
            </a:pPr>
            <a:r>
              <a:rPr lang="pl">
                <a:solidFill>
                  <a:schemeClr val="dk1"/>
                </a:solidFill>
              </a:rPr>
              <a:t>For accurate measurement, each system instance must be calibrated individually, due to the variation in the nominal values of the components used. Calibration is performed manually - the hardware team must measure the component values, and then the programmer must set the values of the appropriate variables in the MCU source code.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b8bed2aae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b8bed2aae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To test the device, charge the supercapacitor to its full voltage of 3.3 V. Then discharge it to 0 V and note statistics. After these two steps, recharge the supercapacitor using </a:t>
            </a:r>
            <a:r>
              <a:rPr lang="pl"/>
              <a:t>exactly the same amount of energy. If the capacitor resulting voltage is 3.3 V, the device is ready and properly calibrated.</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8bed2aae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b8bed2aae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700"/>
              </a:spcBef>
              <a:spcAft>
                <a:spcPts val="0"/>
              </a:spcAft>
              <a:buClr>
                <a:schemeClr val="dk1"/>
              </a:buClr>
              <a:buSzPts val="1100"/>
              <a:buFont typeface="Arial"/>
              <a:buNone/>
            </a:pPr>
            <a:r>
              <a:rPr lang="pl">
                <a:solidFill>
                  <a:schemeClr val="dk1"/>
                </a:solidFill>
              </a:rPr>
              <a:t>The Power consumption driver enables stable control of the power consumption of microcontroller applications. It allows for quick diagnosis of problems in designed devices and implementation of optimizations. This allows for the dynamic development of IoT projects in a world where technological dominance in the labor market in the shortest possible time is crucial.</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ytuł i zawartość"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628907" y="273383"/>
            <a:ext cx="7886100" cy="994200"/>
          </a:xfrm>
          <a:prstGeom prst="rect">
            <a:avLst/>
          </a:prstGeom>
          <a:noFill/>
          <a:ln>
            <a:noFill/>
          </a:ln>
        </p:spPr>
        <p:txBody>
          <a:bodyPr anchorCtr="0" anchor="ctr" bIns="31100" lIns="62225" spcFirstLastPara="1" rIns="62225" wrap="square" tIns="31100">
            <a:noAutofit/>
          </a:bodyPr>
          <a:lstStyle>
            <a:lvl1pPr lvl="0" algn="l">
              <a:lnSpc>
                <a:spcPct val="90000"/>
              </a:lnSpc>
              <a:spcBef>
                <a:spcPts val="0"/>
              </a:spcBef>
              <a:spcAft>
                <a:spcPts val="0"/>
              </a:spcAft>
              <a:buSzPts val="1000"/>
              <a:buNone/>
              <a:defRPr/>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13" name="Google Shape;13;p2"/>
          <p:cNvSpPr txBox="1"/>
          <p:nvPr>
            <p:ph idx="1" type="body"/>
          </p:nvPr>
        </p:nvSpPr>
        <p:spPr>
          <a:xfrm>
            <a:off x="628907" y="1369078"/>
            <a:ext cx="7886100" cy="3263400"/>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14" name="Google Shape;14;p2"/>
          <p:cNvSpPr txBox="1"/>
          <p:nvPr>
            <p:ph idx="10" type="dt"/>
          </p:nvPr>
        </p:nvSpPr>
        <p:spPr>
          <a:xfrm>
            <a:off x="628907" y="4767463"/>
            <a:ext cx="20574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5" name="Google Shape;15;p2"/>
          <p:cNvSpPr txBox="1"/>
          <p:nvPr>
            <p:ph idx="11" type="ftr"/>
          </p:nvPr>
        </p:nvSpPr>
        <p:spPr>
          <a:xfrm>
            <a:off x="3028909" y="4767463"/>
            <a:ext cx="30861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6" name="Google Shape;16;p2"/>
          <p:cNvSpPr txBox="1"/>
          <p:nvPr>
            <p:ph idx="12" type="sldNum"/>
          </p:nvPr>
        </p:nvSpPr>
        <p:spPr>
          <a:xfrm>
            <a:off x="6457639" y="4767463"/>
            <a:ext cx="2057400" cy="273300"/>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ytuł pionowy i tekst" type="vertTitleAndTx">
  <p:cSld name="VERTICAL_TITLE_AND_VERTICAL_TEXT">
    <p:spTree>
      <p:nvGrpSpPr>
        <p:cNvPr id="17" name="Shape 17"/>
        <p:cNvGrpSpPr/>
        <p:nvPr/>
      </p:nvGrpSpPr>
      <p:grpSpPr>
        <a:xfrm>
          <a:off x="0" y="0"/>
          <a:ext cx="0" cy="0"/>
          <a:chOff x="0" y="0"/>
          <a:chExt cx="0" cy="0"/>
        </a:xfrm>
      </p:grpSpPr>
      <p:sp>
        <p:nvSpPr>
          <p:cNvPr id="18" name="Google Shape;18;p3"/>
          <p:cNvSpPr txBox="1"/>
          <p:nvPr>
            <p:ph type="title"/>
          </p:nvPr>
        </p:nvSpPr>
        <p:spPr>
          <a:xfrm rot="5400000">
            <a:off x="5350050" y="1467544"/>
            <a:ext cx="4359000" cy="1971600"/>
          </a:xfrm>
          <a:prstGeom prst="rect">
            <a:avLst/>
          </a:prstGeom>
          <a:noFill/>
          <a:ln>
            <a:noFill/>
          </a:ln>
        </p:spPr>
        <p:txBody>
          <a:bodyPr anchorCtr="0" anchor="ctr" bIns="31100" lIns="62225" spcFirstLastPara="1" rIns="62225" wrap="square" tIns="31100">
            <a:noAutofit/>
          </a:bodyPr>
          <a:lstStyle>
            <a:lvl1pPr lvl="0" algn="l">
              <a:lnSpc>
                <a:spcPct val="90000"/>
              </a:lnSpc>
              <a:spcBef>
                <a:spcPts val="0"/>
              </a:spcBef>
              <a:spcAft>
                <a:spcPts val="0"/>
              </a:spcAft>
              <a:buSzPts val="1000"/>
              <a:buNone/>
              <a:defRPr/>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19" name="Google Shape;19;p3"/>
          <p:cNvSpPr txBox="1"/>
          <p:nvPr>
            <p:ph idx="1" type="body"/>
          </p:nvPr>
        </p:nvSpPr>
        <p:spPr>
          <a:xfrm rot="5400000">
            <a:off x="1349475" y="-447056"/>
            <a:ext cx="4359000" cy="5800800"/>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20" name="Google Shape;20;p3"/>
          <p:cNvSpPr txBox="1"/>
          <p:nvPr>
            <p:ph idx="10" type="dt"/>
          </p:nvPr>
        </p:nvSpPr>
        <p:spPr>
          <a:xfrm>
            <a:off x="628907" y="4767463"/>
            <a:ext cx="20574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21" name="Google Shape;21;p3"/>
          <p:cNvSpPr txBox="1"/>
          <p:nvPr>
            <p:ph idx="11" type="ftr"/>
          </p:nvPr>
        </p:nvSpPr>
        <p:spPr>
          <a:xfrm>
            <a:off x="3028909" y="4767463"/>
            <a:ext cx="30861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22" name="Google Shape;22;p3"/>
          <p:cNvSpPr txBox="1"/>
          <p:nvPr>
            <p:ph idx="12" type="sldNum"/>
          </p:nvPr>
        </p:nvSpPr>
        <p:spPr>
          <a:xfrm>
            <a:off x="6457639" y="4767463"/>
            <a:ext cx="2057400" cy="273300"/>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ytuł i tekst pionowy" type="vertTx">
  <p:cSld name="VERTICAL_TEXT">
    <p:spTree>
      <p:nvGrpSpPr>
        <p:cNvPr id="23" name="Shape 23"/>
        <p:cNvGrpSpPr/>
        <p:nvPr/>
      </p:nvGrpSpPr>
      <p:grpSpPr>
        <a:xfrm>
          <a:off x="0" y="0"/>
          <a:ext cx="0" cy="0"/>
          <a:chOff x="0" y="0"/>
          <a:chExt cx="0" cy="0"/>
        </a:xfrm>
      </p:grpSpPr>
      <p:sp>
        <p:nvSpPr>
          <p:cNvPr id="24" name="Google Shape;24;p4"/>
          <p:cNvSpPr txBox="1"/>
          <p:nvPr>
            <p:ph type="title"/>
          </p:nvPr>
        </p:nvSpPr>
        <p:spPr>
          <a:xfrm>
            <a:off x="628907" y="273383"/>
            <a:ext cx="7886100" cy="994200"/>
          </a:xfrm>
          <a:prstGeom prst="rect">
            <a:avLst/>
          </a:prstGeom>
          <a:noFill/>
          <a:ln>
            <a:noFill/>
          </a:ln>
        </p:spPr>
        <p:txBody>
          <a:bodyPr anchorCtr="0" anchor="ctr" bIns="31100" lIns="62225" spcFirstLastPara="1" rIns="62225" wrap="square" tIns="31100">
            <a:noAutofit/>
          </a:bodyPr>
          <a:lstStyle>
            <a:lvl1pPr lvl="0" algn="l">
              <a:lnSpc>
                <a:spcPct val="90000"/>
              </a:lnSpc>
              <a:spcBef>
                <a:spcPts val="0"/>
              </a:spcBef>
              <a:spcAft>
                <a:spcPts val="0"/>
              </a:spcAft>
              <a:buSzPts val="1000"/>
              <a:buNone/>
              <a:defRPr/>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25" name="Google Shape;25;p4"/>
          <p:cNvSpPr txBox="1"/>
          <p:nvPr>
            <p:ph idx="1" type="body"/>
          </p:nvPr>
        </p:nvSpPr>
        <p:spPr>
          <a:xfrm rot="5400000">
            <a:off x="2940343" y="-942272"/>
            <a:ext cx="3263400" cy="7886100"/>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26" name="Google Shape;26;p4"/>
          <p:cNvSpPr txBox="1"/>
          <p:nvPr>
            <p:ph idx="10" type="dt"/>
          </p:nvPr>
        </p:nvSpPr>
        <p:spPr>
          <a:xfrm>
            <a:off x="628907" y="4767463"/>
            <a:ext cx="20574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27" name="Google Shape;27;p4"/>
          <p:cNvSpPr txBox="1"/>
          <p:nvPr>
            <p:ph idx="11" type="ftr"/>
          </p:nvPr>
        </p:nvSpPr>
        <p:spPr>
          <a:xfrm>
            <a:off x="3028909" y="4767463"/>
            <a:ext cx="30861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28" name="Google Shape;28;p4"/>
          <p:cNvSpPr txBox="1"/>
          <p:nvPr>
            <p:ph idx="12" type="sldNum"/>
          </p:nvPr>
        </p:nvSpPr>
        <p:spPr>
          <a:xfrm>
            <a:off x="6457639" y="4767463"/>
            <a:ext cx="2057400" cy="273300"/>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raz z podpisem" type="picTx">
  <p:cSld name="PICTURE_WITH_CAPTION_TEXT">
    <p:spTree>
      <p:nvGrpSpPr>
        <p:cNvPr id="29" name="Shape 29"/>
        <p:cNvGrpSpPr/>
        <p:nvPr/>
      </p:nvGrpSpPr>
      <p:grpSpPr>
        <a:xfrm>
          <a:off x="0" y="0"/>
          <a:ext cx="0" cy="0"/>
          <a:chOff x="0" y="0"/>
          <a:chExt cx="0" cy="0"/>
        </a:xfrm>
      </p:grpSpPr>
      <p:sp>
        <p:nvSpPr>
          <p:cNvPr id="30" name="Google Shape;30;p5"/>
          <p:cNvSpPr txBox="1"/>
          <p:nvPr>
            <p:ph type="title"/>
          </p:nvPr>
        </p:nvSpPr>
        <p:spPr>
          <a:xfrm>
            <a:off x="629841" y="342900"/>
            <a:ext cx="2949300" cy="1200000"/>
          </a:xfrm>
          <a:prstGeom prst="rect">
            <a:avLst/>
          </a:prstGeom>
          <a:noFill/>
          <a:ln>
            <a:noFill/>
          </a:ln>
        </p:spPr>
        <p:txBody>
          <a:bodyPr anchorCtr="0" anchor="b" bIns="31100" lIns="62225" spcFirstLastPara="1" rIns="62225" wrap="square" tIns="31100">
            <a:noAutofit/>
          </a:bodyPr>
          <a:lstStyle>
            <a:lvl1pPr lvl="0" algn="l">
              <a:lnSpc>
                <a:spcPct val="90000"/>
              </a:lnSpc>
              <a:spcBef>
                <a:spcPts val="0"/>
              </a:spcBef>
              <a:spcAft>
                <a:spcPts val="0"/>
              </a:spcAft>
              <a:buSzPts val="1000"/>
              <a:buNone/>
              <a:defRPr sz="2400"/>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31" name="Google Shape;31;p5"/>
          <p:cNvSpPr/>
          <p:nvPr>
            <p:ph idx="2" type="pic"/>
          </p:nvPr>
        </p:nvSpPr>
        <p:spPr>
          <a:xfrm>
            <a:off x="3887391" y="740569"/>
            <a:ext cx="4629000" cy="3655200"/>
          </a:xfrm>
          <a:prstGeom prst="rect">
            <a:avLst/>
          </a:prstGeom>
          <a:noFill/>
          <a:ln>
            <a:noFill/>
          </a:ln>
        </p:spPr>
      </p:sp>
      <p:sp>
        <p:nvSpPr>
          <p:cNvPr id="32" name="Google Shape;32;p5"/>
          <p:cNvSpPr txBox="1"/>
          <p:nvPr>
            <p:ph idx="1" type="body"/>
          </p:nvPr>
        </p:nvSpPr>
        <p:spPr>
          <a:xfrm>
            <a:off x="629841" y="1543050"/>
            <a:ext cx="2949300" cy="2858700"/>
          </a:xfrm>
          <a:prstGeom prst="rect">
            <a:avLst/>
          </a:prstGeom>
          <a:noFill/>
          <a:ln>
            <a:noFill/>
          </a:ln>
        </p:spPr>
        <p:txBody>
          <a:bodyPr anchorCtr="0" anchor="t" bIns="31100" lIns="62225" spcFirstLastPara="1" rIns="62225" wrap="square" tIns="31100">
            <a:noAutofit/>
          </a:bodyPr>
          <a:lstStyle>
            <a:lvl1pPr indent="-228600" lvl="0" marL="457200" algn="l">
              <a:lnSpc>
                <a:spcPct val="90000"/>
              </a:lnSpc>
              <a:spcBef>
                <a:spcPts val="7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3" name="Google Shape;33;p5"/>
          <p:cNvSpPr txBox="1"/>
          <p:nvPr>
            <p:ph idx="10" type="dt"/>
          </p:nvPr>
        </p:nvSpPr>
        <p:spPr>
          <a:xfrm>
            <a:off x="628907" y="4767463"/>
            <a:ext cx="20574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34" name="Google Shape;34;p5"/>
          <p:cNvSpPr txBox="1"/>
          <p:nvPr>
            <p:ph idx="11" type="ftr"/>
          </p:nvPr>
        </p:nvSpPr>
        <p:spPr>
          <a:xfrm>
            <a:off x="3028909" y="4767463"/>
            <a:ext cx="30861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35" name="Google Shape;35;p5"/>
          <p:cNvSpPr txBox="1"/>
          <p:nvPr>
            <p:ph idx="12" type="sldNum"/>
          </p:nvPr>
        </p:nvSpPr>
        <p:spPr>
          <a:xfrm>
            <a:off x="6457639" y="4767463"/>
            <a:ext cx="2057400" cy="273300"/>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awartość z podpisem" type="objTx">
  <p:cSld name="OBJECT_WITH_CAPTION_TEXT">
    <p:spTree>
      <p:nvGrpSpPr>
        <p:cNvPr id="36" name="Shape 36"/>
        <p:cNvGrpSpPr/>
        <p:nvPr/>
      </p:nvGrpSpPr>
      <p:grpSpPr>
        <a:xfrm>
          <a:off x="0" y="0"/>
          <a:ext cx="0" cy="0"/>
          <a:chOff x="0" y="0"/>
          <a:chExt cx="0" cy="0"/>
        </a:xfrm>
      </p:grpSpPr>
      <p:sp>
        <p:nvSpPr>
          <p:cNvPr id="37" name="Google Shape;37;p6"/>
          <p:cNvSpPr txBox="1"/>
          <p:nvPr>
            <p:ph type="title"/>
          </p:nvPr>
        </p:nvSpPr>
        <p:spPr>
          <a:xfrm>
            <a:off x="629841" y="342900"/>
            <a:ext cx="2949300" cy="1200000"/>
          </a:xfrm>
          <a:prstGeom prst="rect">
            <a:avLst/>
          </a:prstGeom>
          <a:noFill/>
          <a:ln>
            <a:noFill/>
          </a:ln>
        </p:spPr>
        <p:txBody>
          <a:bodyPr anchorCtr="0" anchor="b" bIns="31100" lIns="62225" spcFirstLastPara="1" rIns="62225" wrap="square" tIns="31100">
            <a:noAutofit/>
          </a:bodyPr>
          <a:lstStyle>
            <a:lvl1pPr lvl="0" algn="l">
              <a:lnSpc>
                <a:spcPct val="90000"/>
              </a:lnSpc>
              <a:spcBef>
                <a:spcPts val="0"/>
              </a:spcBef>
              <a:spcAft>
                <a:spcPts val="0"/>
              </a:spcAft>
              <a:buSzPts val="1000"/>
              <a:buNone/>
              <a:defRPr sz="2400"/>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38" name="Google Shape;38;p6"/>
          <p:cNvSpPr txBox="1"/>
          <p:nvPr>
            <p:ph idx="1" type="body"/>
          </p:nvPr>
        </p:nvSpPr>
        <p:spPr>
          <a:xfrm>
            <a:off x="3887391" y="740569"/>
            <a:ext cx="4629000" cy="3655200"/>
          </a:xfrm>
          <a:prstGeom prst="rect">
            <a:avLst/>
          </a:prstGeom>
          <a:noFill/>
          <a:ln>
            <a:noFill/>
          </a:ln>
        </p:spPr>
        <p:txBody>
          <a:bodyPr anchorCtr="0" anchor="t" bIns="31100" lIns="62225" spcFirstLastPara="1" rIns="62225" wrap="square" tIns="31100">
            <a:noAutofit/>
          </a:bodyPr>
          <a:lstStyle>
            <a:lvl1pPr indent="-381000" lvl="0" marL="457200" algn="l">
              <a:lnSpc>
                <a:spcPct val="90000"/>
              </a:lnSpc>
              <a:spcBef>
                <a:spcPts val="7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39" name="Google Shape;39;p6"/>
          <p:cNvSpPr txBox="1"/>
          <p:nvPr>
            <p:ph idx="2" type="body"/>
          </p:nvPr>
        </p:nvSpPr>
        <p:spPr>
          <a:xfrm>
            <a:off x="629841" y="1543050"/>
            <a:ext cx="2949300" cy="2858700"/>
          </a:xfrm>
          <a:prstGeom prst="rect">
            <a:avLst/>
          </a:prstGeom>
          <a:noFill/>
          <a:ln>
            <a:noFill/>
          </a:ln>
        </p:spPr>
        <p:txBody>
          <a:bodyPr anchorCtr="0" anchor="t" bIns="31100" lIns="62225" spcFirstLastPara="1" rIns="62225" wrap="square" tIns="31100">
            <a:noAutofit/>
          </a:bodyPr>
          <a:lstStyle>
            <a:lvl1pPr indent="-228600" lvl="0" marL="457200" algn="l">
              <a:lnSpc>
                <a:spcPct val="90000"/>
              </a:lnSpc>
              <a:spcBef>
                <a:spcPts val="7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40" name="Google Shape;40;p6"/>
          <p:cNvSpPr txBox="1"/>
          <p:nvPr>
            <p:ph idx="10" type="dt"/>
          </p:nvPr>
        </p:nvSpPr>
        <p:spPr>
          <a:xfrm>
            <a:off x="628907" y="4767463"/>
            <a:ext cx="20574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41" name="Google Shape;41;p6"/>
          <p:cNvSpPr txBox="1"/>
          <p:nvPr>
            <p:ph idx="11" type="ftr"/>
          </p:nvPr>
        </p:nvSpPr>
        <p:spPr>
          <a:xfrm>
            <a:off x="3028909" y="4767463"/>
            <a:ext cx="30861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42" name="Google Shape;42;p6"/>
          <p:cNvSpPr txBox="1"/>
          <p:nvPr>
            <p:ph idx="12" type="sldNum"/>
          </p:nvPr>
        </p:nvSpPr>
        <p:spPr>
          <a:xfrm>
            <a:off x="6457639" y="4767463"/>
            <a:ext cx="2057400" cy="273300"/>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sty" type="blank">
  <p:cSld name="BLANK">
    <p:spTree>
      <p:nvGrpSpPr>
        <p:cNvPr id="43" name="Shape 43"/>
        <p:cNvGrpSpPr/>
        <p:nvPr/>
      </p:nvGrpSpPr>
      <p:grpSpPr>
        <a:xfrm>
          <a:off x="0" y="0"/>
          <a:ext cx="0" cy="0"/>
          <a:chOff x="0" y="0"/>
          <a:chExt cx="0" cy="0"/>
        </a:xfrm>
      </p:grpSpPr>
      <p:sp>
        <p:nvSpPr>
          <p:cNvPr id="44" name="Google Shape;44;p7"/>
          <p:cNvSpPr txBox="1"/>
          <p:nvPr>
            <p:ph idx="10" type="dt"/>
          </p:nvPr>
        </p:nvSpPr>
        <p:spPr>
          <a:xfrm>
            <a:off x="628907" y="4767463"/>
            <a:ext cx="20574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45" name="Google Shape;45;p7"/>
          <p:cNvSpPr txBox="1"/>
          <p:nvPr>
            <p:ph idx="11" type="ftr"/>
          </p:nvPr>
        </p:nvSpPr>
        <p:spPr>
          <a:xfrm>
            <a:off x="3028909" y="4767463"/>
            <a:ext cx="30861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46" name="Google Shape;46;p7"/>
          <p:cNvSpPr txBox="1"/>
          <p:nvPr>
            <p:ph idx="12" type="sldNum"/>
          </p:nvPr>
        </p:nvSpPr>
        <p:spPr>
          <a:xfrm>
            <a:off x="6457639" y="4767463"/>
            <a:ext cx="2057400" cy="273300"/>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ylko tytuł" type="titleOnly">
  <p:cSld name="TITLE_ONLY">
    <p:spTree>
      <p:nvGrpSpPr>
        <p:cNvPr id="47" name="Shape 47"/>
        <p:cNvGrpSpPr/>
        <p:nvPr/>
      </p:nvGrpSpPr>
      <p:grpSpPr>
        <a:xfrm>
          <a:off x="0" y="0"/>
          <a:ext cx="0" cy="0"/>
          <a:chOff x="0" y="0"/>
          <a:chExt cx="0" cy="0"/>
        </a:xfrm>
      </p:grpSpPr>
      <p:sp>
        <p:nvSpPr>
          <p:cNvPr id="48" name="Google Shape;48;p8"/>
          <p:cNvSpPr txBox="1"/>
          <p:nvPr>
            <p:ph type="title"/>
          </p:nvPr>
        </p:nvSpPr>
        <p:spPr>
          <a:xfrm>
            <a:off x="628907" y="273383"/>
            <a:ext cx="7886100" cy="994200"/>
          </a:xfrm>
          <a:prstGeom prst="rect">
            <a:avLst/>
          </a:prstGeom>
          <a:noFill/>
          <a:ln>
            <a:noFill/>
          </a:ln>
        </p:spPr>
        <p:txBody>
          <a:bodyPr anchorCtr="0" anchor="ctr" bIns="31100" lIns="62225" spcFirstLastPara="1" rIns="62225" wrap="square" tIns="31100">
            <a:noAutofit/>
          </a:bodyPr>
          <a:lstStyle>
            <a:lvl1pPr lvl="0" algn="l">
              <a:lnSpc>
                <a:spcPct val="90000"/>
              </a:lnSpc>
              <a:spcBef>
                <a:spcPts val="0"/>
              </a:spcBef>
              <a:spcAft>
                <a:spcPts val="0"/>
              </a:spcAft>
              <a:buSzPts val="1000"/>
              <a:buNone/>
              <a:defRPr/>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49" name="Google Shape;49;p8"/>
          <p:cNvSpPr txBox="1"/>
          <p:nvPr>
            <p:ph idx="10" type="dt"/>
          </p:nvPr>
        </p:nvSpPr>
        <p:spPr>
          <a:xfrm>
            <a:off x="628907" y="4767463"/>
            <a:ext cx="20574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50" name="Google Shape;50;p8"/>
          <p:cNvSpPr txBox="1"/>
          <p:nvPr>
            <p:ph idx="11" type="ftr"/>
          </p:nvPr>
        </p:nvSpPr>
        <p:spPr>
          <a:xfrm>
            <a:off x="3028909" y="4767463"/>
            <a:ext cx="30861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51" name="Google Shape;51;p8"/>
          <p:cNvSpPr txBox="1"/>
          <p:nvPr>
            <p:ph idx="12" type="sldNum"/>
          </p:nvPr>
        </p:nvSpPr>
        <p:spPr>
          <a:xfrm>
            <a:off x="6457639" y="4767463"/>
            <a:ext cx="2057400" cy="273300"/>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ównanie" type="twoTxTwoObj">
  <p:cSld name="TWO_OBJECTS_WITH_TEXT">
    <p:spTree>
      <p:nvGrpSpPr>
        <p:cNvPr id="52" name="Shape 52"/>
        <p:cNvGrpSpPr/>
        <p:nvPr/>
      </p:nvGrpSpPr>
      <p:grpSpPr>
        <a:xfrm>
          <a:off x="0" y="0"/>
          <a:ext cx="0" cy="0"/>
          <a:chOff x="0" y="0"/>
          <a:chExt cx="0" cy="0"/>
        </a:xfrm>
      </p:grpSpPr>
      <p:sp>
        <p:nvSpPr>
          <p:cNvPr id="53" name="Google Shape;53;p9"/>
          <p:cNvSpPr txBox="1"/>
          <p:nvPr>
            <p:ph type="title"/>
          </p:nvPr>
        </p:nvSpPr>
        <p:spPr>
          <a:xfrm>
            <a:off x="629841" y="273844"/>
            <a:ext cx="7886700" cy="994200"/>
          </a:xfrm>
          <a:prstGeom prst="rect">
            <a:avLst/>
          </a:prstGeom>
          <a:noFill/>
          <a:ln>
            <a:noFill/>
          </a:ln>
        </p:spPr>
        <p:txBody>
          <a:bodyPr anchorCtr="0" anchor="ctr" bIns="31100" lIns="62225" spcFirstLastPara="1" rIns="62225" wrap="square" tIns="31100">
            <a:noAutofit/>
          </a:bodyPr>
          <a:lstStyle>
            <a:lvl1pPr lvl="0" algn="l">
              <a:lnSpc>
                <a:spcPct val="90000"/>
              </a:lnSpc>
              <a:spcBef>
                <a:spcPts val="0"/>
              </a:spcBef>
              <a:spcAft>
                <a:spcPts val="0"/>
              </a:spcAft>
              <a:buSzPts val="1000"/>
              <a:buNone/>
              <a:defRPr/>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54" name="Google Shape;54;p9"/>
          <p:cNvSpPr txBox="1"/>
          <p:nvPr>
            <p:ph idx="1" type="body"/>
          </p:nvPr>
        </p:nvSpPr>
        <p:spPr>
          <a:xfrm>
            <a:off x="629841" y="1260873"/>
            <a:ext cx="3868200" cy="618000"/>
          </a:xfrm>
          <a:prstGeom prst="rect">
            <a:avLst/>
          </a:prstGeom>
          <a:noFill/>
          <a:ln>
            <a:noFill/>
          </a:ln>
        </p:spPr>
        <p:txBody>
          <a:bodyPr anchorCtr="0" anchor="b" bIns="31100" lIns="62225" spcFirstLastPara="1" rIns="62225" wrap="square" tIns="31100">
            <a:noAutofit/>
          </a:bodyPr>
          <a:lstStyle>
            <a:lvl1pPr indent="-228600" lvl="0" marL="457200" algn="l">
              <a:lnSpc>
                <a:spcPct val="90000"/>
              </a:lnSpc>
              <a:spcBef>
                <a:spcPts val="7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300"/>
              <a:buNone/>
              <a:defRPr b="1" sz="13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5" name="Google Shape;55;p9"/>
          <p:cNvSpPr txBox="1"/>
          <p:nvPr>
            <p:ph idx="2" type="body"/>
          </p:nvPr>
        </p:nvSpPr>
        <p:spPr>
          <a:xfrm>
            <a:off x="629841" y="1878807"/>
            <a:ext cx="3868200" cy="2763300"/>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56" name="Google Shape;56;p9"/>
          <p:cNvSpPr txBox="1"/>
          <p:nvPr>
            <p:ph idx="3" type="body"/>
          </p:nvPr>
        </p:nvSpPr>
        <p:spPr>
          <a:xfrm>
            <a:off x="4629150" y="1260873"/>
            <a:ext cx="3887400" cy="618000"/>
          </a:xfrm>
          <a:prstGeom prst="rect">
            <a:avLst/>
          </a:prstGeom>
          <a:noFill/>
          <a:ln>
            <a:noFill/>
          </a:ln>
        </p:spPr>
        <p:txBody>
          <a:bodyPr anchorCtr="0" anchor="b" bIns="31100" lIns="62225" spcFirstLastPara="1" rIns="62225" wrap="square" tIns="31100">
            <a:noAutofit/>
          </a:bodyPr>
          <a:lstStyle>
            <a:lvl1pPr indent="-228600" lvl="0" marL="457200" algn="l">
              <a:lnSpc>
                <a:spcPct val="90000"/>
              </a:lnSpc>
              <a:spcBef>
                <a:spcPts val="7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300"/>
              <a:buNone/>
              <a:defRPr b="1" sz="13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7" name="Google Shape;57;p9"/>
          <p:cNvSpPr txBox="1"/>
          <p:nvPr>
            <p:ph idx="4" type="body"/>
          </p:nvPr>
        </p:nvSpPr>
        <p:spPr>
          <a:xfrm>
            <a:off x="4629150" y="1878807"/>
            <a:ext cx="3887400" cy="2763300"/>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58" name="Google Shape;58;p9"/>
          <p:cNvSpPr txBox="1"/>
          <p:nvPr>
            <p:ph idx="10" type="dt"/>
          </p:nvPr>
        </p:nvSpPr>
        <p:spPr>
          <a:xfrm>
            <a:off x="628907" y="4767463"/>
            <a:ext cx="20574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59" name="Google Shape;59;p9"/>
          <p:cNvSpPr txBox="1"/>
          <p:nvPr>
            <p:ph idx="11" type="ftr"/>
          </p:nvPr>
        </p:nvSpPr>
        <p:spPr>
          <a:xfrm>
            <a:off x="3028909" y="4767463"/>
            <a:ext cx="30861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60" name="Google Shape;60;p9"/>
          <p:cNvSpPr txBox="1"/>
          <p:nvPr>
            <p:ph idx="12" type="sldNum"/>
          </p:nvPr>
        </p:nvSpPr>
        <p:spPr>
          <a:xfrm>
            <a:off x="6457639" y="4767463"/>
            <a:ext cx="2057400" cy="273300"/>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wa elementy zawartości" type="twoObj">
  <p:cSld name="TWO_OBJECTS">
    <p:spTree>
      <p:nvGrpSpPr>
        <p:cNvPr id="61" name="Shape 61"/>
        <p:cNvGrpSpPr/>
        <p:nvPr/>
      </p:nvGrpSpPr>
      <p:grpSpPr>
        <a:xfrm>
          <a:off x="0" y="0"/>
          <a:ext cx="0" cy="0"/>
          <a:chOff x="0" y="0"/>
          <a:chExt cx="0" cy="0"/>
        </a:xfrm>
      </p:grpSpPr>
      <p:sp>
        <p:nvSpPr>
          <p:cNvPr id="62" name="Google Shape;62;p10"/>
          <p:cNvSpPr txBox="1"/>
          <p:nvPr>
            <p:ph type="title"/>
          </p:nvPr>
        </p:nvSpPr>
        <p:spPr>
          <a:xfrm>
            <a:off x="628907" y="273383"/>
            <a:ext cx="7886100" cy="994200"/>
          </a:xfrm>
          <a:prstGeom prst="rect">
            <a:avLst/>
          </a:prstGeom>
          <a:noFill/>
          <a:ln>
            <a:noFill/>
          </a:ln>
        </p:spPr>
        <p:txBody>
          <a:bodyPr anchorCtr="0" anchor="ctr" bIns="31100" lIns="62225" spcFirstLastPara="1" rIns="62225" wrap="square" tIns="31100">
            <a:noAutofit/>
          </a:bodyPr>
          <a:lstStyle>
            <a:lvl1pPr lvl="0" algn="l">
              <a:lnSpc>
                <a:spcPct val="90000"/>
              </a:lnSpc>
              <a:spcBef>
                <a:spcPts val="0"/>
              </a:spcBef>
              <a:spcAft>
                <a:spcPts val="0"/>
              </a:spcAft>
              <a:buSzPts val="1000"/>
              <a:buNone/>
              <a:defRPr/>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63" name="Google Shape;63;p10"/>
          <p:cNvSpPr txBox="1"/>
          <p:nvPr>
            <p:ph idx="1" type="body"/>
          </p:nvPr>
        </p:nvSpPr>
        <p:spPr>
          <a:xfrm>
            <a:off x="628650" y="1369219"/>
            <a:ext cx="3886200" cy="3263400"/>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64" name="Google Shape;64;p10"/>
          <p:cNvSpPr txBox="1"/>
          <p:nvPr>
            <p:ph idx="2" type="body"/>
          </p:nvPr>
        </p:nvSpPr>
        <p:spPr>
          <a:xfrm>
            <a:off x="4629150" y="1369219"/>
            <a:ext cx="3886200" cy="3263400"/>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65" name="Google Shape;65;p10"/>
          <p:cNvSpPr txBox="1"/>
          <p:nvPr>
            <p:ph idx="10" type="dt"/>
          </p:nvPr>
        </p:nvSpPr>
        <p:spPr>
          <a:xfrm>
            <a:off x="628907" y="4767463"/>
            <a:ext cx="20574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66" name="Google Shape;66;p10"/>
          <p:cNvSpPr txBox="1"/>
          <p:nvPr>
            <p:ph idx="11" type="ftr"/>
          </p:nvPr>
        </p:nvSpPr>
        <p:spPr>
          <a:xfrm>
            <a:off x="3028909" y="4767463"/>
            <a:ext cx="30861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67" name="Google Shape;67;p10"/>
          <p:cNvSpPr txBox="1"/>
          <p:nvPr>
            <p:ph idx="12" type="sldNum"/>
          </p:nvPr>
        </p:nvSpPr>
        <p:spPr>
          <a:xfrm>
            <a:off x="6457639" y="4767463"/>
            <a:ext cx="2057400" cy="273300"/>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główek sekcji" type="secHead">
  <p:cSld name="SECTION_HEADER">
    <p:spTree>
      <p:nvGrpSpPr>
        <p:cNvPr id="68" name="Shape 68"/>
        <p:cNvGrpSpPr/>
        <p:nvPr/>
      </p:nvGrpSpPr>
      <p:grpSpPr>
        <a:xfrm>
          <a:off x="0" y="0"/>
          <a:ext cx="0" cy="0"/>
          <a:chOff x="0" y="0"/>
          <a:chExt cx="0" cy="0"/>
        </a:xfrm>
      </p:grpSpPr>
      <p:sp>
        <p:nvSpPr>
          <p:cNvPr id="69" name="Google Shape;69;p11"/>
          <p:cNvSpPr txBox="1"/>
          <p:nvPr>
            <p:ph type="title"/>
          </p:nvPr>
        </p:nvSpPr>
        <p:spPr>
          <a:xfrm>
            <a:off x="623887" y="1282304"/>
            <a:ext cx="7886700" cy="2139600"/>
          </a:xfrm>
          <a:prstGeom prst="rect">
            <a:avLst/>
          </a:prstGeom>
          <a:noFill/>
          <a:ln>
            <a:noFill/>
          </a:ln>
        </p:spPr>
        <p:txBody>
          <a:bodyPr anchorCtr="0" anchor="b" bIns="31100" lIns="62225" spcFirstLastPara="1" rIns="62225" wrap="square" tIns="31100">
            <a:noAutofit/>
          </a:bodyPr>
          <a:lstStyle>
            <a:lvl1pPr lvl="0" algn="l">
              <a:lnSpc>
                <a:spcPct val="90000"/>
              </a:lnSpc>
              <a:spcBef>
                <a:spcPts val="0"/>
              </a:spcBef>
              <a:spcAft>
                <a:spcPts val="0"/>
              </a:spcAft>
              <a:buSzPts val="1000"/>
              <a:buNone/>
              <a:defRPr sz="4500"/>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70" name="Google Shape;70;p11"/>
          <p:cNvSpPr txBox="1"/>
          <p:nvPr>
            <p:ph idx="1" type="body"/>
          </p:nvPr>
        </p:nvSpPr>
        <p:spPr>
          <a:xfrm>
            <a:off x="623887" y="3442098"/>
            <a:ext cx="7886700" cy="1125000"/>
          </a:xfrm>
          <a:prstGeom prst="rect">
            <a:avLst/>
          </a:prstGeom>
          <a:noFill/>
          <a:ln>
            <a:noFill/>
          </a:ln>
        </p:spPr>
        <p:txBody>
          <a:bodyPr anchorCtr="0" anchor="t" bIns="31100" lIns="62225" spcFirstLastPara="1" rIns="62225" wrap="square" tIns="31100">
            <a:noAutofit/>
          </a:bodyPr>
          <a:lstStyle>
            <a:lvl1pPr indent="-228600" lvl="0" marL="457200" algn="l">
              <a:lnSpc>
                <a:spcPct val="90000"/>
              </a:lnSpc>
              <a:spcBef>
                <a:spcPts val="7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300"/>
              <a:buNone/>
              <a:defRPr sz="13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1" name="Google Shape;71;p11"/>
          <p:cNvSpPr txBox="1"/>
          <p:nvPr>
            <p:ph idx="10" type="dt"/>
          </p:nvPr>
        </p:nvSpPr>
        <p:spPr>
          <a:xfrm>
            <a:off x="628907" y="4767463"/>
            <a:ext cx="20574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72" name="Google Shape;72;p11"/>
          <p:cNvSpPr txBox="1"/>
          <p:nvPr>
            <p:ph idx="11" type="ftr"/>
          </p:nvPr>
        </p:nvSpPr>
        <p:spPr>
          <a:xfrm>
            <a:off x="3028909" y="4767463"/>
            <a:ext cx="30861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73" name="Google Shape;73;p11"/>
          <p:cNvSpPr txBox="1"/>
          <p:nvPr>
            <p:ph idx="12" type="sldNum"/>
          </p:nvPr>
        </p:nvSpPr>
        <p:spPr>
          <a:xfrm>
            <a:off x="6457639" y="4767463"/>
            <a:ext cx="2057400" cy="273300"/>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ajd tytułowy" type="title">
  <p:cSld name="TITLE">
    <p:spTree>
      <p:nvGrpSpPr>
        <p:cNvPr id="74" name="Shape 74"/>
        <p:cNvGrpSpPr/>
        <p:nvPr/>
      </p:nvGrpSpPr>
      <p:grpSpPr>
        <a:xfrm>
          <a:off x="0" y="0"/>
          <a:ext cx="0" cy="0"/>
          <a:chOff x="0" y="0"/>
          <a:chExt cx="0" cy="0"/>
        </a:xfrm>
      </p:grpSpPr>
      <p:sp>
        <p:nvSpPr>
          <p:cNvPr id="75" name="Google Shape;75;p12"/>
          <p:cNvSpPr txBox="1"/>
          <p:nvPr>
            <p:ph type="ctrTitle"/>
          </p:nvPr>
        </p:nvSpPr>
        <p:spPr>
          <a:xfrm>
            <a:off x="1143000" y="841772"/>
            <a:ext cx="6858000" cy="1790700"/>
          </a:xfrm>
          <a:prstGeom prst="rect">
            <a:avLst/>
          </a:prstGeom>
          <a:noFill/>
          <a:ln>
            <a:noFill/>
          </a:ln>
        </p:spPr>
        <p:txBody>
          <a:bodyPr anchorCtr="0" anchor="b" bIns="31100" lIns="62225" spcFirstLastPara="1" rIns="62225" wrap="square" tIns="31100">
            <a:noAutofit/>
          </a:bodyPr>
          <a:lstStyle>
            <a:lvl1pPr lvl="0" algn="ctr">
              <a:lnSpc>
                <a:spcPct val="90000"/>
              </a:lnSpc>
              <a:spcBef>
                <a:spcPts val="0"/>
              </a:spcBef>
              <a:spcAft>
                <a:spcPts val="0"/>
              </a:spcAft>
              <a:buSzPts val="1000"/>
              <a:buNone/>
              <a:defRPr sz="4500"/>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76" name="Google Shape;76;p12"/>
          <p:cNvSpPr txBox="1"/>
          <p:nvPr>
            <p:ph idx="1" type="subTitle"/>
          </p:nvPr>
        </p:nvSpPr>
        <p:spPr>
          <a:xfrm>
            <a:off x="1143000" y="2701528"/>
            <a:ext cx="6858000" cy="1241700"/>
          </a:xfrm>
          <a:prstGeom prst="rect">
            <a:avLst/>
          </a:prstGeom>
          <a:noFill/>
          <a:ln>
            <a:noFill/>
          </a:ln>
        </p:spPr>
        <p:txBody>
          <a:bodyPr anchorCtr="0" anchor="t" bIns="31100" lIns="62225" spcFirstLastPara="1" rIns="62225" wrap="square" tIns="31100">
            <a:noAutofit/>
          </a:bodyPr>
          <a:lstStyle>
            <a:lvl1pPr lvl="0" algn="ctr">
              <a:lnSpc>
                <a:spcPct val="90000"/>
              </a:lnSpc>
              <a:spcBef>
                <a:spcPts val="7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300"/>
              <a:buNone/>
              <a:defRPr sz="13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7" name="Google Shape;77;p12"/>
          <p:cNvSpPr txBox="1"/>
          <p:nvPr>
            <p:ph idx="10" type="dt"/>
          </p:nvPr>
        </p:nvSpPr>
        <p:spPr>
          <a:xfrm>
            <a:off x="628907" y="4767463"/>
            <a:ext cx="20574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78" name="Google Shape;78;p12"/>
          <p:cNvSpPr txBox="1"/>
          <p:nvPr>
            <p:ph idx="11" type="ftr"/>
          </p:nvPr>
        </p:nvSpPr>
        <p:spPr>
          <a:xfrm>
            <a:off x="3028909" y="4767463"/>
            <a:ext cx="3086100" cy="273300"/>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79" name="Google Shape;79;p12"/>
          <p:cNvSpPr txBox="1"/>
          <p:nvPr>
            <p:ph idx="12" type="sldNum"/>
          </p:nvPr>
        </p:nvSpPr>
        <p:spPr>
          <a:xfrm>
            <a:off x="6457639" y="4767463"/>
            <a:ext cx="2057400" cy="273300"/>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ajd tytułowy" type="title">
  <p:cSld name="TITLE">
    <p:spTree>
      <p:nvGrpSpPr>
        <p:cNvPr id="86" name="Shape 86"/>
        <p:cNvGrpSpPr/>
        <p:nvPr/>
      </p:nvGrpSpPr>
      <p:grpSpPr>
        <a:xfrm>
          <a:off x="0" y="0"/>
          <a:ext cx="0" cy="0"/>
          <a:chOff x="0" y="0"/>
          <a:chExt cx="0" cy="0"/>
        </a:xfrm>
      </p:grpSpPr>
      <p:sp>
        <p:nvSpPr>
          <p:cNvPr id="87" name="Google Shape;87;p14"/>
          <p:cNvSpPr txBox="1"/>
          <p:nvPr>
            <p:ph type="ctrTitle"/>
          </p:nvPr>
        </p:nvSpPr>
        <p:spPr>
          <a:xfrm>
            <a:off x="1143000" y="841772"/>
            <a:ext cx="6858000" cy="1790700"/>
          </a:xfrm>
          <a:prstGeom prst="rect">
            <a:avLst/>
          </a:prstGeom>
          <a:noFill/>
          <a:ln>
            <a:noFill/>
          </a:ln>
        </p:spPr>
        <p:txBody>
          <a:bodyPr anchorCtr="0" anchor="b" bIns="31100" lIns="62225" spcFirstLastPara="1" rIns="62225" wrap="square" tIns="31100">
            <a:noAutofit/>
          </a:bodyPr>
          <a:lstStyle>
            <a:lvl1pPr lvl="0" algn="ctr">
              <a:lnSpc>
                <a:spcPct val="90000"/>
              </a:lnSpc>
              <a:spcBef>
                <a:spcPts val="0"/>
              </a:spcBef>
              <a:spcAft>
                <a:spcPts val="0"/>
              </a:spcAft>
              <a:buSzPts val="1000"/>
              <a:buNone/>
              <a:defRPr sz="4500"/>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88" name="Google Shape;88;p14"/>
          <p:cNvSpPr txBox="1"/>
          <p:nvPr>
            <p:ph idx="1" type="subTitle"/>
          </p:nvPr>
        </p:nvSpPr>
        <p:spPr>
          <a:xfrm>
            <a:off x="1143000" y="2701528"/>
            <a:ext cx="6858000" cy="1241821"/>
          </a:xfrm>
          <a:prstGeom prst="rect">
            <a:avLst/>
          </a:prstGeom>
          <a:noFill/>
          <a:ln>
            <a:noFill/>
          </a:ln>
        </p:spPr>
        <p:txBody>
          <a:bodyPr anchorCtr="0" anchor="t" bIns="31100" lIns="62225" spcFirstLastPara="1" rIns="62225" wrap="square" tIns="31100">
            <a:noAutofit/>
          </a:bodyPr>
          <a:lstStyle>
            <a:lvl1pPr lvl="0" algn="ctr">
              <a:lnSpc>
                <a:spcPct val="90000"/>
              </a:lnSpc>
              <a:spcBef>
                <a:spcPts val="7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300"/>
              <a:buNone/>
              <a:defRPr sz="13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89" name="Google Shape;89;p14"/>
          <p:cNvSpPr txBox="1"/>
          <p:nvPr>
            <p:ph idx="10" type="dt"/>
          </p:nvPr>
        </p:nvSpPr>
        <p:spPr>
          <a:xfrm>
            <a:off x="628907" y="4767463"/>
            <a:ext cx="2057454"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90" name="Google Shape;90;p14"/>
          <p:cNvSpPr txBox="1"/>
          <p:nvPr>
            <p:ph idx="11" type="ftr"/>
          </p:nvPr>
        </p:nvSpPr>
        <p:spPr>
          <a:xfrm>
            <a:off x="3028909" y="4767463"/>
            <a:ext cx="3086181"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91" name="Google Shape;91;p14"/>
          <p:cNvSpPr txBox="1"/>
          <p:nvPr>
            <p:ph idx="12" type="sldNum"/>
          </p:nvPr>
        </p:nvSpPr>
        <p:spPr>
          <a:xfrm>
            <a:off x="6457639" y="4767463"/>
            <a:ext cx="2057454" cy="273383"/>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ytuł pionowy i tekst" type="vertTitleAndTx">
  <p:cSld name="VERTICAL_TITLE_AND_VERTICAL_TEXT">
    <p:spTree>
      <p:nvGrpSpPr>
        <p:cNvPr id="92" name="Shape 92"/>
        <p:cNvGrpSpPr/>
        <p:nvPr/>
      </p:nvGrpSpPr>
      <p:grpSpPr>
        <a:xfrm>
          <a:off x="0" y="0"/>
          <a:ext cx="0" cy="0"/>
          <a:chOff x="0" y="0"/>
          <a:chExt cx="0" cy="0"/>
        </a:xfrm>
      </p:grpSpPr>
      <p:sp>
        <p:nvSpPr>
          <p:cNvPr id="93" name="Google Shape;93;p15"/>
          <p:cNvSpPr txBox="1"/>
          <p:nvPr>
            <p:ph type="title"/>
          </p:nvPr>
        </p:nvSpPr>
        <p:spPr>
          <a:xfrm rot="5400000">
            <a:off x="5350073" y="1467446"/>
            <a:ext cx="4358878" cy="1971675"/>
          </a:xfrm>
          <a:prstGeom prst="rect">
            <a:avLst/>
          </a:prstGeom>
          <a:noFill/>
          <a:ln>
            <a:noFill/>
          </a:ln>
        </p:spPr>
        <p:txBody>
          <a:bodyPr anchorCtr="0" anchor="ctr" bIns="31100" lIns="62225" spcFirstLastPara="1" rIns="62225" wrap="square" tIns="31100">
            <a:noAutofit/>
          </a:bodyPr>
          <a:lstStyle>
            <a:lvl1pPr lvl="0" algn="l">
              <a:lnSpc>
                <a:spcPct val="90000"/>
              </a:lnSpc>
              <a:spcBef>
                <a:spcPts val="0"/>
              </a:spcBef>
              <a:spcAft>
                <a:spcPts val="0"/>
              </a:spcAft>
              <a:buSzPts val="1000"/>
              <a:buNone/>
              <a:defRPr/>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94" name="Google Shape;94;p15"/>
          <p:cNvSpPr txBox="1"/>
          <p:nvPr>
            <p:ph idx="1" type="body"/>
          </p:nvPr>
        </p:nvSpPr>
        <p:spPr>
          <a:xfrm rot="5400000">
            <a:off x="1349573" y="-447079"/>
            <a:ext cx="4358878" cy="5800725"/>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95" name="Google Shape;95;p15"/>
          <p:cNvSpPr txBox="1"/>
          <p:nvPr>
            <p:ph idx="10" type="dt"/>
          </p:nvPr>
        </p:nvSpPr>
        <p:spPr>
          <a:xfrm>
            <a:off x="628907" y="4767463"/>
            <a:ext cx="2057454"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96" name="Google Shape;96;p15"/>
          <p:cNvSpPr txBox="1"/>
          <p:nvPr>
            <p:ph idx="11" type="ftr"/>
          </p:nvPr>
        </p:nvSpPr>
        <p:spPr>
          <a:xfrm>
            <a:off x="3028909" y="4767463"/>
            <a:ext cx="3086181"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97" name="Google Shape;97;p15"/>
          <p:cNvSpPr txBox="1"/>
          <p:nvPr>
            <p:ph idx="12" type="sldNum"/>
          </p:nvPr>
        </p:nvSpPr>
        <p:spPr>
          <a:xfrm>
            <a:off x="6457639" y="4767463"/>
            <a:ext cx="2057454" cy="273383"/>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ytuł i tekst pionowy" type="vertTx">
  <p:cSld name="VERTICAL_TEXT">
    <p:spTree>
      <p:nvGrpSpPr>
        <p:cNvPr id="98" name="Shape 98"/>
        <p:cNvGrpSpPr/>
        <p:nvPr/>
      </p:nvGrpSpPr>
      <p:grpSpPr>
        <a:xfrm>
          <a:off x="0" y="0"/>
          <a:ext cx="0" cy="0"/>
          <a:chOff x="0" y="0"/>
          <a:chExt cx="0" cy="0"/>
        </a:xfrm>
      </p:grpSpPr>
      <p:sp>
        <p:nvSpPr>
          <p:cNvPr id="99" name="Google Shape;99;p16"/>
          <p:cNvSpPr txBox="1"/>
          <p:nvPr>
            <p:ph type="title"/>
          </p:nvPr>
        </p:nvSpPr>
        <p:spPr>
          <a:xfrm>
            <a:off x="628907" y="273383"/>
            <a:ext cx="7886187" cy="994122"/>
          </a:xfrm>
          <a:prstGeom prst="rect">
            <a:avLst/>
          </a:prstGeom>
          <a:noFill/>
          <a:ln>
            <a:noFill/>
          </a:ln>
        </p:spPr>
        <p:txBody>
          <a:bodyPr anchorCtr="0" anchor="ctr" bIns="31100" lIns="62225" spcFirstLastPara="1" rIns="62225" wrap="square" tIns="31100">
            <a:noAutofit/>
          </a:bodyPr>
          <a:lstStyle>
            <a:lvl1pPr lvl="0" algn="l">
              <a:lnSpc>
                <a:spcPct val="90000"/>
              </a:lnSpc>
              <a:spcBef>
                <a:spcPts val="0"/>
              </a:spcBef>
              <a:spcAft>
                <a:spcPts val="0"/>
              </a:spcAft>
              <a:buSzPts val="1000"/>
              <a:buNone/>
              <a:defRPr/>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100" name="Google Shape;100;p16"/>
          <p:cNvSpPr txBox="1"/>
          <p:nvPr>
            <p:ph idx="1" type="body"/>
          </p:nvPr>
        </p:nvSpPr>
        <p:spPr>
          <a:xfrm rot="5400000">
            <a:off x="2940343" y="-942359"/>
            <a:ext cx="3263313" cy="7886187"/>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101" name="Google Shape;101;p16"/>
          <p:cNvSpPr txBox="1"/>
          <p:nvPr>
            <p:ph idx="10" type="dt"/>
          </p:nvPr>
        </p:nvSpPr>
        <p:spPr>
          <a:xfrm>
            <a:off x="628907" y="4767463"/>
            <a:ext cx="2057454"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02" name="Google Shape;102;p16"/>
          <p:cNvSpPr txBox="1"/>
          <p:nvPr>
            <p:ph idx="11" type="ftr"/>
          </p:nvPr>
        </p:nvSpPr>
        <p:spPr>
          <a:xfrm>
            <a:off x="3028909" y="4767463"/>
            <a:ext cx="3086181"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03" name="Google Shape;103;p16"/>
          <p:cNvSpPr txBox="1"/>
          <p:nvPr>
            <p:ph idx="12" type="sldNum"/>
          </p:nvPr>
        </p:nvSpPr>
        <p:spPr>
          <a:xfrm>
            <a:off x="6457639" y="4767463"/>
            <a:ext cx="2057454" cy="273383"/>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raz z podpisem" type="picTx">
  <p:cSld name="PICTURE_WITH_CAPTION_TEXT">
    <p:spTree>
      <p:nvGrpSpPr>
        <p:cNvPr id="104" name="Shape 104"/>
        <p:cNvGrpSpPr/>
        <p:nvPr/>
      </p:nvGrpSpPr>
      <p:grpSpPr>
        <a:xfrm>
          <a:off x="0" y="0"/>
          <a:ext cx="0" cy="0"/>
          <a:chOff x="0" y="0"/>
          <a:chExt cx="0" cy="0"/>
        </a:xfrm>
      </p:grpSpPr>
      <p:sp>
        <p:nvSpPr>
          <p:cNvPr id="105" name="Google Shape;105;p17"/>
          <p:cNvSpPr txBox="1"/>
          <p:nvPr>
            <p:ph type="title"/>
          </p:nvPr>
        </p:nvSpPr>
        <p:spPr>
          <a:xfrm>
            <a:off x="629841" y="342900"/>
            <a:ext cx="2949178" cy="1200150"/>
          </a:xfrm>
          <a:prstGeom prst="rect">
            <a:avLst/>
          </a:prstGeom>
          <a:noFill/>
          <a:ln>
            <a:noFill/>
          </a:ln>
        </p:spPr>
        <p:txBody>
          <a:bodyPr anchorCtr="0" anchor="b" bIns="31100" lIns="62225" spcFirstLastPara="1" rIns="62225" wrap="square" tIns="31100">
            <a:noAutofit/>
          </a:bodyPr>
          <a:lstStyle>
            <a:lvl1pPr lvl="0" algn="l">
              <a:lnSpc>
                <a:spcPct val="90000"/>
              </a:lnSpc>
              <a:spcBef>
                <a:spcPts val="0"/>
              </a:spcBef>
              <a:spcAft>
                <a:spcPts val="0"/>
              </a:spcAft>
              <a:buSzPts val="1000"/>
              <a:buNone/>
              <a:defRPr sz="2400"/>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106" name="Google Shape;106;p17"/>
          <p:cNvSpPr/>
          <p:nvPr>
            <p:ph idx="2" type="pic"/>
          </p:nvPr>
        </p:nvSpPr>
        <p:spPr>
          <a:xfrm>
            <a:off x="3887391" y="740569"/>
            <a:ext cx="4629150" cy="3655219"/>
          </a:xfrm>
          <a:prstGeom prst="rect">
            <a:avLst/>
          </a:prstGeom>
          <a:noFill/>
          <a:ln>
            <a:noFill/>
          </a:ln>
        </p:spPr>
      </p:sp>
      <p:sp>
        <p:nvSpPr>
          <p:cNvPr id="107" name="Google Shape;107;p17"/>
          <p:cNvSpPr txBox="1"/>
          <p:nvPr>
            <p:ph idx="1" type="body"/>
          </p:nvPr>
        </p:nvSpPr>
        <p:spPr>
          <a:xfrm>
            <a:off x="629841" y="1543050"/>
            <a:ext cx="2949178" cy="2858691"/>
          </a:xfrm>
          <a:prstGeom prst="rect">
            <a:avLst/>
          </a:prstGeom>
          <a:noFill/>
          <a:ln>
            <a:noFill/>
          </a:ln>
        </p:spPr>
        <p:txBody>
          <a:bodyPr anchorCtr="0" anchor="t" bIns="31100" lIns="62225" spcFirstLastPara="1" rIns="62225" wrap="square" tIns="31100">
            <a:noAutofit/>
          </a:bodyPr>
          <a:lstStyle>
            <a:lvl1pPr indent="-228600" lvl="0" marL="457200" algn="l">
              <a:lnSpc>
                <a:spcPct val="90000"/>
              </a:lnSpc>
              <a:spcBef>
                <a:spcPts val="7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8" name="Google Shape;108;p17"/>
          <p:cNvSpPr txBox="1"/>
          <p:nvPr>
            <p:ph idx="10" type="dt"/>
          </p:nvPr>
        </p:nvSpPr>
        <p:spPr>
          <a:xfrm>
            <a:off x="628907" y="4767463"/>
            <a:ext cx="2057454"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09" name="Google Shape;109;p17"/>
          <p:cNvSpPr txBox="1"/>
          <p:nvPr>
            <p:ph idx="11" type="ftr"/>
          </p:nvPr>
        </p:nvSpPr>
        <p:spPr>
          <a:xfrm>
            <a:off x="3028909" y="4767463"/>
            <a:ext cx="3086181"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10" name="Google Shape;110;p17"/>
          <p:cNvSpPr txBox="1"/>
          <p:nvPr>
            <p:ph idx="12" type="sldNum"/>
          </p:nvPr>
        </p:nvSpPr>
        <p:spPr>
          <a:xfrm>
            <a:off x="6457639" y="4767463"/>
            <a:ext cx="2057454" cy="273383"/>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awartość z podpisem" type="objTx">
  <p:cSld name="OBJECT_WITH_CAPTION_TEXT">
    <p:spTree>
      <p:nvGrpSpPr>
        <p:cNvPr id="111" name="Shape 111"/>
        <p:cNvGrpSpPr/>
        <p:nvPr/>
      </p:nvGrpSpPr>
      <p:grpSpPr>
        <a:xfrm>
          <a:off x="0" y="0"/>
          <a:ext cx="0" cy="0"/>
          <a:chOff x="0" y="0"/>
          <a:chExt cx="0" cy="0"/>
        </a:xfrm>
      </p:grpSpPr>
      <p:sp>
        <p:nvSpPr>
          <p:cNvPr id="112" name="Google Shape;112;p18"/>
          <p:cNvSpPr txBox="1"/>
          <p:nvPr>
            <p:ph type="title"/>
          </p:nvPr>
        </p:nvSpPr>
        <p:spPr>
          <a:xfrm>
            <a:off x="629841" y="342900"/>
            <a:ext cx="2949178" cy="1200150"/>
          </a:xfrm>
          <a:prstGeom prst="rect">
            <a:avLst/>
          </a:prstGeom>
          <a:noFill/>
          <a:ln>
            <a:noFill/>
          </a:ln>
        </p:spPr>
        <p:txBody>
          <a:bodyPr anchorCtr="0" anchor="b" bIns="31100" lIns="62225" spcFirstLastPara="1" rIns="62225" wrap="square" tIns="31100">
            <a:noAutofit/>
          </a:bodyPr>
          <a:lstStyle>
            <a:lvl1pPr lvl="0" algn="l">
              <a:lnSpc>
                <a:spcPct val="90000"/>
              </a:lnSpc>
              <a:spcBef>
                <a:spcPts val="0"/>
              </a:spcBef>
              <a:spcAft>
                <a:spcPts val="0"/>
              </a:spcAft>
              <a:buSzPts val="1000"/>
              <a:buNone/>
              <a:defRPr sz="2400"/>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113" name="Google Shape;113;p18"/>
          <p:cNvSpPr txBox="1"/>
          <p:nvPr>
            <p:ph idx="1" type="body"/>
          </p:nvPr>
        </p:nvSpPr>
        <p:spPr>
          <a:xfrm>
            <a:off x="3887391" y="740569"/>
            <a:ext cx="4629150" cy="3655219"/>
          </a:xfrm>
          <a:prstGeom prst="rect">
            <a:avLst/>
          </a:prstGeom>
          <a:noFill/>
          <a:ln>
            <a:noFill/>
          </a:ln>
        </p:spPr>
        <p:txBody>
          <a:bodyPr anchorCtr="0" anchor="t" bIns="31100" lIns="62225" spcFirstLastPara="1" rIns="62225" wrap="square" tIns="31100">
            <a:noAutofit/>
          </a:bodyPr>
          <a:lstStyle>
            <a:lvl1pPr indent="-381000" lvl="0" marL="457200" algn="l">
              <a:lnSpc>
                <a:spcPct val="90000"/>
              </a:lnSpc>
              <a:spcBef>
                <a:spcPts val="7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14" name="Google Shape;114;p18"/>
          <p:cNvSpPr txBox="1"/>
          <p:nvPr>
            <p:ph idx="2" type="body"/>
          </p:nvPr>
        </p:nvSpPr>
        <p:spPr>
          <a:xfrm>
            <a:off x="629841" y="1543050"/>
            <a:ext cx="2949178" cy="2858691"/>
          </a:xfrm>
          <a:prstGeom prst="rect">
            <a:avLst/>
          </a:prstGeom>
          <a:noFill/>
          <a:ln>
            <a:noFill/>
          </a:ln>
        </p:spPr>
        <p:txBody>
          <a:bodyPr anchorCtr="0" anchor="t" bIns="31100" lIns="62225" spcFirstLastPara="1" rIns="62225" wrap="square" tIns="31100">
            <a:noAutofit/>
          </a:bodyPr>
          <a:lstStyle>
            <a:lvl1pPr indent="-228600" lvl="0" marL="457200" algn="l">
              <a:lnSpc>
                <a:spcPct val="90000"/>
              </a:lnSpc>
              <a:spcBef>
                <a:spcPts val="7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5" name="Google Shape;115;p18"/>
          <p:cNvSpPr txBox="1"/>
          <p:nvPr>
            <p:ph idx="10" type="dt"/>
          </p:nvPr>
        </p:nvSpPr>
        <p:spPr>
          <a:xfrm>
            <a:off x="628907" y="4767463"/>
            <a:ext cx="2057454"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16" name="Google Shape;116;p18"/>
          <p:cNvSpPr txBox="1"/>
          <p:nvPr>
            <p:ph idx="11" type="ftr"/>
          </p:nvPr>
        </p:nvSpPr>
        <p:spPr>
          <a:xfrm>
            <a:off x="3028909" y="4767463"/>
            <a:ext cx="3086181"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17" name="Google Shape;117;p18"/>
          <p:cNvSpPr txBox="1"/>
          <p:nvPr>
            <p:ph idx="12" type="sldNum"/>
          </p:nvPr>
        </p:nvSpPr>
        <p:spPr>
          <a:xfrm>
            <a:off x="6457639" y="4767463"/>
            <a:ext cx="2057454" cy="273383"/>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sty" type="blank">
  <p:cSld name="BLANK">
    <p:spTree>
      <p:nvGrpSpPr>
        <p:cNvPr id="118" name="Shape 118"/>
        <p:cNvGrpSpPr/>
        <p:nvPr/>
      </p:nvGrpSpPr>
      <p:grpSpPr>
        <a:xfrm>
          <a:off x="0" y="0"/>
          <a:ext cx="0" cy="0"/>
          <a:chOff x="0" y="0"/>
          <a:chExt cx="0" cy="0"/>
        </a:xfrm>
      </p:grpSpPr>
      <p:sp>
        <p:nvSpPr>
          <p:cNvPr id="119" name="Google Shape;119;p19"/>
          <p:cNvSpPr txBox="1"/>
          <p:nvPr>
            <p:ph idx="10" type="dt"/>
          </p:nvPr>
        </p:nvSpPr>
        <p:spPr>
          <a:xfrm>
            <a:off x="628907" y="4767463"/>
            <a:ext cx="2057454"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20" name="Google Shape;120;p19"/>
          <p:cNvSpPr txBox="1"/>
          <p:nvPr>
            <p:ph idx="11" type="ftr"/>
          </p:nvPr>
        </p:nvSpPr>
        <p:spPr>
          <a:xfrm>
            <a:off x="3028909" y="4767463"/>
            <a:ext cx="3086181"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21" name="Google Shape;121;p19"/>
          <p:cNvSpPr txBox="1"/>
          <p:nvPr>
            <p:ph idx="12" type="sldNum"/>
          </p:nvPr>
        </p:nvSpPr>
        <p:spPr>
          <a:xfrm>
            <a:off x="6457639" y="4767463"/>
            <a:ext cx="2057454" cy="273383"/>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ylko tytuł" type="titleOnly">
  <p:cSld name="TITLE_ONLY">
    <p:spTree>
      <p:nvGrpSpPr>
        <p:cNvPr id="122" name="Shape 122"/>
        <p:cNvGrpSpPr/>
        <p:nvPr/>
      </p:nvGrpSpPr>
      <p:grpSpPr>
        <a:xfrm>
          <a:off x="0" y="0"/>
          <a:ext cx="0" cy="0"/>
          <a:chOff x="0" y="0"/>
          <a:chExt cx="0" cy="0"/>
        </a:xfrm>
      </p:grpSpPr>
      <p:sp>
        <p:nvSpPr>
          <p:cNvPr id="123" name="Google Shape;123;p20"/>
          <p:cNvSpPr txBox="1"/>
          <p:nvPr>
            <p:ph type="title"/>
          </p:nvPr>
        </p:nvSpPr>
        <p:spPr>
          <a:xfrm>
            <a:off x="628907" y="273383"/>
            <a:ext cx="7886187" cy="994122"/>
          </a:xfrm>
          <a:prstGeom prst="rect">
            <a:avLst/>
          </a:prstGeom>
          <a:noFill/>
          <a:ln>
            <a:noFill/>
          </a:ln>
        </p:spPr>
        <p:txBody>
          <a:bodyPr anchorCtr="0" anchor="ctr" bIns="31100" lIns="62225" spcFirstLastPara="1" rIns="62225" wrap="square" tIns="31100">
            <a:noAutofit/>
          </a:bodyPr>
          <a:lstStyle>
            <a:lvl1pPr lvl="0" algn="l">
              <a:lnSpc>
                <a:spcPct val="90000"/>
              </a:lnSpc>
              <a:spcBef>
                <a:spcPts val="0"/>
              </a:spcBef>
              <a:spcAft>
                <a:spcPts val="0"/>
              </a:spcAft>
              <a:buSzPts val="1000"/>
              <a:buNone/>
              <a:defRPr/>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124" name="Google Shape;124;p20"/>
          <p:cNvSpPr txBox="1"/>
          <p:nvPr>
            <p:ph idx="10" type="dt"/>
          </p:nvPr>
        </p:nvSpPr>
        <p:spPr>
          <a:xfrm>
            <a:off x="628907" y="4767463"/>
            <a:ext cx="2057454"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25" name="Google Shape;125;p20"/>
          <p:cNvSpPr txBox="1"/>
          <p:nvPr>
            <p:ph idx="11" type="ftr"/>
          </p:nvPr>
        </p:nvSpPr>
        <p:spPr>
          <a:xfrm>
            <a:off x="3028909" y="4767463"/>
            <a:ext cx="3086181"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26" name="Google Shape;126;p20"/>
          <p:cNvSpPr txBox="1"/>
          <p:nvPr>
            <p:ph idx="12" type="sldNum"/>
          </p:nvPr>
        </p:nvSpPr>
        <p:spPr>
          <a:xfrm>
            <a:off x="6457639" y="4767463"/>
            <a:ext cx="2057454" cy="273383"/>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ównanie" type="twoTxTwoObj">
  <p:cSld name="TWO_OBJECTS_WITH_TEXT">
    <p:spTree>
      <p:nvGrpSpPr>
        <p:cNvPr id="127" name="Shape 127"/>
        <p:cNvGrpSpPr/>
        <p:nvPr/>
      </p:nvGrpSpPr>
      <p:grpSpPr>
        <a:xfrm>
          <a:off x="0" y="0"/>
          <a:ext cx="0" cy="0"/>
          <a:chOff x="0" y="0"/>
          <a:chExt cx="0" cy="0"/>
        </a:xfrm>
      </p:grpSpPr>
      <p:sp>
        <p:nvSpPr>
          <p:cNvPr id="128" name="Google Shape;128;p21"/>
          <p:cNvSpPr txBox="1"/>
          <p:nvPr>
            <p:ph type="title"/>
          </p:nvPr>
        </p:nvSpPr>
        <p:spPr>
          <a:xfrm>
            <a:off x="629841" y="273844"/>
            <a:ext cx="7886700" cy="994172"/>
          </a:xfrm>
          <a:prstGeom prst="rect">
            <a:avLst/>
          </a:prstGeom>
          <a:noFill/>
          <a:ln>
            <a:noFill/>
          </a:ln>
        </p:spPr>
        <p:txBody>
          <a:bodyPr anchorCtr="0" anchor="ctr" bIns="31100" lIns="62225" spcFirstLastPara="1" rIns="62225" wrap="square" tIns="31100">
            <a:noAutofit/>
          </a:bodyPr>
          <a:lstStyle>
            <a:lvl1pPr lvl="0" algn="l">
              <a:lnSpc>
                <a:spcPct val="90000"/>
              </a:lnSpc>
              <a:spcBef>
                <a:spcPts val="0"/>
              </a:spcBef>
              <a:spcAft>
                <a:spcPts val="0"/>
              </a:spcAft>
              <a:buSzPts val="1000"/>
              <a:buNone/>
              <a:defRPr/>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129" name="Google Shape;129;p21"/>
          <p:cNvSpPr txBox="1"/>
          <p:nvPr>
            <p:ph idx="1" type="body"/>
          </p:nvPr>
        </p:nvSpPr>
        <p:spPr>
          <a:xfrm>
            <a:off x="629841" y="1260873"/>
            <a:ext cx="3868340" cy="617934"/>
          </a:xfrm>
          <a:prstGeom prst="rect">
            <a:avLst/>
          </a:prstGeom>
          <a:noFill/>
          <a:ln>
            <a:noFill/>
          </a:ln>
        </p:spPr>
        <p:txBody>
          <a:bodyPr anchorCtr="0" anchor="b" bIns="31100" lIns="62225" spcFirstLastPara="1" rIns="62225" wrap="square" tIns="31100">
            <a:noAutofit/>
          </a:bodyPr>
          <a:lstStyle>
            <a:lvl1pPr indent="-228600" lvl="0" marL="457200" algn="l">
              <a:lnSpc>
                <a:spcPct val="90000"/>
              </a:lnSpc>
              <a:spcBef>
                <a:spcPts val="7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300"/>
              <a:buNone/>
              <a:defRPr b="1" sz="13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30" name="Google Shape;130;p21"/>
          <p:cNvSpPr txBox="1"/>
          <p:nvPr>
            <p:ph idx="2" type="body"/>
          </p:nvPr>
        </p:nvSpPr>
        <p:spPr>
          <a:xfrm>
            <a:off x="629841" y="1878807"/>
            <a:ext cx="3868340" cy="2763441"/>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131" name="Google Shape;131;p21"/>
          <p:cNvSpPr txBox="1"/>
          <p:nvPr>
            <p:ph idx="3" type="body"/>
          </p:nvPr>
        </p:nvSpPr>
        <p:spPr>
          <a:xfrm>
            <a:off x="4629150" y="1260873"/>
            <a:ext cx="3887391" cy="617934"/>
          </a:xfrm>
          <a:prstGeom prst="rect">
            <a:avLst/>
          </a:prstGeom>
          <a:noFill/>
          <a:ln>
            <a:noFill/>
          </a:ln>
        </p:spPr>
        <p:txBody>
          <a:bodyPr anchorCtr="0" anchor="b" bIns="31100" lIns="62225" spcFirstLastPara="1" rIns="62225" wrap="square" tIns="31100">
            <a:noAutofit/>
          </a:bodyPr>
          <a:lstStyle>
            <a:lvl1pPr indent="-228600" lvl="0" marL="457200" algn="l">
              <a:lnSpc>
                <a:spcPct val="90000"/>
              </a:lnSpc>
              <a:spcBef>
                <a:spcPts val="7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300"/>
              <a:buNone/>
              <a:defRPr b="1" sz="13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32" name="Google Shape;132;p21"/>
          <p:cNvSpPr txBox="1"/>
          <p:nvPr>
            <p:ph idx="4" type="body"/>
          </p:nvPr>
        </p:nvSpPr>
        <p:spPr>
          <a:xfrm>
            <a:off x="4629150" y="1878807"/>
            <a:ext cx="3887391" cy="2763441"/>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133" name="Google Shape;133;p21"/>
          <p:cNvSpPr txBox="1"/>
          <p:nvPr>
            <p:ph idx="10" type="dt"/>
          </p:nvPr>
        </p:nvSpPr>
        <p:spPr>
          <a:xfrm>
            <a:off x="628907" y="4767463"/>
            <a:ext cx="2057454"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34" name="Google Shape;134;p21"/>
          <p:cNvSpPr txBox="1"/>
          <p:nvPr>
            <p:ph idx="11" type="ftr"/>
          </p:nvPr>
        </p:nvSpPr>
        <p:spPr>
          <a:xfrm>
            <a:off x="3028909" y="4767463"/>
            <a:ext cx="3086181"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35" name="Google Shape;135;p21"/>
          <p:cNvSpPr txBox="1"/>
          <p:nvPr>
            <p:ph idx="12" type="sldNum"/>
          </p:nvPr>
        </p:nvSpPr>
        <p:spPr>
          <a:xfrm>
            <a:off x="6457639" y="4767463"/>
            <a:ext cx="2057454" cy="273383"/>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wa elementy zawartości" type="twoObj">
  <p:cSld name="TWO_OBJECTS">
    <p:spTree>
      <p:nvGrpSpPr>
        <p:cNvPr id="136" name="Shape 136"/>
        <p:cNvGrpSpPr/>
        <p:nvPr/>
      </p:nvGrpSpPr>
      <p:grpSpPr>
        <a:xfrm>
          <a:off x="0" y="0"/>
          <a:ext cx="0" cy="0"/>
          <a:chOff x="0" y="0"/>
          <a:chExt cx="0" cy="0"/>
        </a:xfrm>
      </p:grpSpPr>
      <p:sp>
        <p:nvSpPr>
          <p:cNvPr id="137" name="Google Shape;137;p22"/>
          <p:cNvSpPr txBox="1"/>
          <p:nvPr>
            <p:ph type="title"/>
          </p:nvPr>
        </p:nvSpPr>
        <p:spPr>
          <a:xfrm>
            <a:off x="628907" y="273383"/>
            <a:ext cx="7886187" cy="994122"/>
          </a:xfrm>
          <a:prstGeom prst="rect">
            <a:avLst/>
          </a:prstGeom>
          <a:noFill/>
          <a:ln>
            <a:noFill/>
          </a:ln>
        </p:spPr>
        <p:txBody>
          <a:bodyPr anchorCtr="0" anchor="ctr" bIns="31100" lIns="62225" spcFirstLastPara="1" rIns="62225" wrap="square" tIns="31100">
            <a:noAutofit/>
          </a:bodyPr>
          <a:lstStyle>
            <a:lvl1pPr lvl="0" algn="l">
              <a:lnSpc>
                <a:spcPct val="90000"/>
              </a:lnSpc>
              <a:spcBef>
                <a:spcPts val="0"/>
              </a:spcBef>
              <a:spcAft>
                <a:spcPts val="0"/>
              </a:spcAft>
              <a:buSzPts val="1000"/>
              <a:buNone/>
              <a:defRPr/>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138" name="Google Shape;138;p22"/>
          <p:cNvSpPr txBox="1"/>
          <p:nvPr>
            <p:ph idx="1" type="body"/>
          </p:nvPr>
        </p:nvSpPr>
        <p:spPr>
          <a:xfrm>
            <a:off x="628650" y="1369219"/>
            <a:ext cx="3886200" cy="3263504"/>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139" name="Google Shape;139;p22"/>
          <p:cNvSpPr txBox="1"/>
          <p:nvPr>
            <p:ph idx="2" type="body"/>
          </p:nvPr>
        </p:nvSpPr>
        <p:spPr>
          <a:xfrm>
            <a:off x="4629150" y="1369219"/>
            <a:ext cx="3886200" cy="3263504"/>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140" name="Google Shape;140;p22"/>
          <p:cNvSpPr txBox="1"/>
          <p:nvPr>
            <p:ph idx="10" type="dt"/>
          </p:nvPr>
        </p:nvSpPr>
        <p:spPr>
          <a:xfrm>
            <a:off x="628907" y="4767463"/>
            <a:ext cx="2057454"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41" name="Google Shape;141;p22"/>
          <p:cNvSpPr txBox="1"/>
          <p:nvPr>
            <p:ph idx="11" type="ftr"/>
          </p:nvPr>
        </p:nvSpPr>
        <p:spPr>
          <a:xfrm>
            <a:off x="3028909" y="4767463"/>
            <a:ext cx="3086181"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42" name="Google Shape;142;p22"/>
          <p:cNvSpPr txBox="1"/>
          <p:nvPr>
            <p:ph idx="12" type="sldNum"/>
          </p:nvPr>
        </p:nvSpPr>
        <p:spPr>
          <a:xfrm>
            <a:off x="6457639" y="4767463"/>
            <a:ext cx="2057454" cy="273383"/>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główek sekcji" type="secHead">
  <p:cSld name="SECTION_HEADER">
    <p:spTree>
      <p:nvGrpSpPr>
        <p:cNvPr id="143" name="Shape 143"/>
        <p:cNvGrpSpPr/>
        <p:nvPr/>
      </p:nvGrpSpPr>
      <p:grpSpPr>
        <a:xfrm>
          <a:off x="0" y="0"/>
          <a:ext cx="0" cy="0"/>
          <a:chOff x="0" y="0"/>
          <a:chExt cx="0" cy="0"/>
        </a:xfrm>
      </p:grpSpPr>
      <p:sp>
        <p:nvSpPr>
          <p:cNvPr id="144" name="Google Shape;144;p23"/>
          <p:cNvSpPr txBox="1"/>
          <p:nvPr>
            <p:ph type="title"/>
          </p:nvPr>
        </p:nvSpPr>
        <p:spPr>
          <a:xfrm>
            <a:off x="623887" y="1282304"/>
            <a:ext cx="7886700" cy="2139553"/>
          </a:xfrm>
          <a:prstGeom prst="rect">
            <a:avLst/>
          </a:prstGeom>
          <a:noFill/>
          <a:ln>
            <a:noFill/>
          </a:ln>
        </p:spPr>
        <p:txBody>
          <a:bodyPr anchorCtr="0" anchor="b" bIns="31100" lIns="62225" spcFirstLastPara="1" rIns="62225" wrap="square" tIns="31100">
            <a:noAutofit/>
          </a:bodyPr>
          <a:lstStyle>
            <a:lvl1pPr lvl="0" algn="l">
              <a:lnSpc>
                <a:spcPct val="90000"/>
              </a:lnSpc>
              <a:spcBef>
                <a:spcPts val="0"/>
              </a:spcBef>
              <a:spcAft>
                <a:spcPts val="0"/>
              </a:spcAft>
              <a:buSzPts val="1000"/>
              <a:buNone/>
              <a:defRPr sz="4500"/>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145" name="Google Shape;145;p23"/>
          <p:cNvSpPr txBox="1"/>
          <p:nvPr>
            <p:ph idx="1" type="body"/>
          </p:nvPr>
        </p:nvSpPr>
        <p:spPr>
          <a:xfrm>
            <a:off x="623887" y="3442098"/>
            <a:ext cx="7886700" cy="1125140"/>
          </a:xfrm>
          <a:prstGeom prst="rect">
            <a:avLst/>
          </a:prstGeom>
          <a:noFill/>
          <a:ln>
            <a:noFill/>
          </a:ln>
        </p:spPr>
        <p:txBody>
          <a:bodyPr anchorCtr="0" anchor="t" bIns="31100" lIns="62225" spcFirstLastPara="1" rIns="62225" wrap="square" tIns="31100">
            <a:noAutofit/>
          </a:bodyPr>
          <a:lstStyle>
            <a:lvl1pPr indent="-228600" lvl="0" marL="457200" algn="l">
              <a:lnSpc>
                <a:spcPct val="90000"/>
              </a:lnSpc>
              <a:spcBef>
                <a:spcPts val="7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300"/>
              <a:buNone/>
              <a:defRPr sz="13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46" name="Google Shape;146;p23"/>
          <p:cNvSpPr txBox="1"/>
          <p:nvPr>
            <p:ph idx="10" type="dt"/>
          </p:nvPr>
        </p:nvSpPr>
        <p:spPr>
          <a:xfrm>
            <a:off x="628907" y="4767463"/>
            <a:ext cx="2057454"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47" name="Google Shape;147;p23"/>
          <p:cNvSpPr txBox="1"/>
          <p:nvPr>
            <p:ph idx="11" type="ftr"/>
          </p:nvPr>
        </p:nvSpPr>
        <p:spPr>
          <a:xfrm>
            <a:off x="3028909" y="4767463"/>
            <a:ext cx="3086181"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48" name="Google Shape;148;p23"/>
          <p:cNvSpPr txBox="1"/>
          <p:nvPr>
            <p:ph idx="12" type="sldNum"/>
          </p:nvPr>
        </p:nvSpPr>
        <p:spPr>
          <a:xfrm>
            <a:off x="6457639" y="4767463"/>
            <a:ext cx="2057454" cy="273383"/>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ytuł i zawartość" type="obj">
  <p:cSld name="OBJECT">
    <p:spTree>
      <p:nvGrpSpPr>
        <p:cNvPr id="149" name="Shape 149"/>
        <p:cNvGrpSpPr/>
        <p:nvPr/>
      </p:nvGrpSpPr>
      <p:grpSpPr>
        <a:xfrm>
          <a:off x="0" y="0"/>
          <a:ext cx="0" cy="0"/>
          <a:chOff x="0" y="0"/>
          <a:chExt cx="0" cy="0"/>
        </a:xfrm>
      </p:grpSpPr>
      <p:sp>
        <p:nvSpPr>
          <p:cNvPr id="150" name="Google Shape;150;p24"/>
          <p:cNvSpPr txBox="1"/>
          <p:nvPr>
            <p:ph type="title"/>
          </p:nvPr>
        </p:nvSpPr>
        <p:spPr>
          <a:xfrm>
            <a:off x="628907" y="273383"/>
            <a:ext cx="7886187" cy="994122"/>
          </a:xfrm>
          <a:prstGeom prst="rect">
            <a:avLst/>
          </a:prstGeom>
          <a:noFill/>
          <a:ln>
            <a:noFill/>
          </a:ln>
        </p:spPr>
        <p:txBody>
          <a:bodyPr anchorCtr="0" anchor="ctr" bIns="31100" lIns="62225" spcFirstLastPara="1" rIns="62225" wrap="square" tIns="31100">
            <a:noAutofit/>
          </a:bodyPr>
          <a:lstStyle>
            <a:lvl1pPr lvl="0" algn="l">
              <a:lnSpc>
                <a:spcPct val="90000"/>
              </a:lnSpc>
              <a:spcBef>
                <a:spcPts val="0"/>
              </a:spcBef>
              <a:spcAft>
                <a:spcPts val="0"/>
              </a:spcAft>
              <a:buSzPts val="1000"/>
              <a:buNone/>
              <a:defRPr/>
            </a:lvl1pPr>
            <a:lvl2pPr lvl="1" algn="l">
              <a:lnSpc>
                <a:spcPct val="90000"/>
              </a:lnSpc>
              <a:spcBef>
                <a:spcPts val="0"/>
              </a:spcBef>
              <a:spcAft>
                <a:spcPts val="0"/>
              </a:spcAft>
              <a:buSzPts val="1000"/>
              <a:buNone/>
              <a:defRPr/>
            </a:lvl2pPr>
            <a:lvl3pPr lvl="2" algn="l">
              <a:lnSpc>
                <a:spcPct val="90000"/>
              </a:lnSpc>
              <a:spcBef>
                <a:spcPts val="0"/>
              </a:spcBef>
              <a:spcAft>
                <a:spcPts val="0"/>
              </a:spcAft>
              <a:buSzPts val="1000"/>
              <a:buNone/>
              <a:defRPr/>
            </a:lvl3pPr>
            <a:lvl4pPr lvl="3" algn="l">
              <a:lnSpc>
                <a:spcPct val="90000"/>
              </a:lnSpc>
              <a:spcBef>
                <a:spcPts val="0"/>
              </a:spcBef>
              <a:spcAft>
                <a:spcPts val="0"/>
              </a:spcAft>
              <a:buSzPts val="1000"/>
              <a:buNone/>
              <a:defRPr/>
            </a:lvl4pPr>
            <a:lvl5pPr lvl="4" algn="l">
              <a:lnSpc>
                <a:spcPct val="90000"/>
              </a:lnSpc>
              <a:spcBef>
                <a:spcPts val="0"/>
              </a:spcBef>
              <a:spcAft>
                <a:spcPts val="0"/>
              </a:spcAft>
              <a:buSzPts val="1000"/>
              <a:buNone/>
              <a:defRPr/>
            </a:lvl5pPr>
            <a:lvl6pPr lvl="5" algn="l">
              <a:lnSpc>
                <a:spcPct val="90000"/>
              </a:lnSpc>
              <a:spcBef>
                <a:spcPts val="0"/>
              </a:spcBef>
              <a:spcAft>
                <a:spcPts val="0"/>
              </a:spcAft>
              <a:buSzPts val="1000"/>
              <a:buNone/>
              <a:defRPr/>
            </a:lvl6pPr>
            <a:lvl7pPr lvl="6" algn="l">
              <a:lnSpc>
                <a:spcPct val="90000"/>
              </a:lnSpc>
              <a:spcBef>
                <a:spcPts val="0"/>
              </a:spcBef>
              <a:spcAft>
                <a:spcPts val="0"/>
              </a:spcAft>
              <a:buSzPts val="1000"/>
              <a:buNone/>
              <a:defRPr/>
            </a:lvl7pPr>
            <a:lvl8pPr lvl="7" algn="l">
              <a:lnSpc>
                <a:spcPct val="90000"/>
              </a:lnSpc>
              <a:spcBef>
                <a:spcPts val="0"/>
              </a:spcBef>
              <a:spcAft>
                <a:spcPts val="0"/>
              </a:spcAft>
              <a:buSzPts val="1000"/>
              <a:buNone/>
              <a:defRPr/>
            </a:lvl8pPr>
            <a:lvl9pPr lvl="8" algn="l">
              <a:lnSpc>
                <a:spcPct val="90000"/>
              </a:lnSpc>
              <a:spcBef>
                <a:spcPts val="0"/>
              </a:spcBef>
              <a:spcAft>
                <a:spcPts val="0"/>
              </a:spcAft>
              <a:buSzPts val="1000"/>
              <a:buNone/>
              <a:defRPr/>
            </a:lvl9pPr>
          </a:lstStyle>
          <a:p/>
        </p:txBody>
      </p:sp>
      <p:sp>
        <p:nvSpPr>
          <p:cNvPr id="151" name="Google Shape;151;p24"/>
          <p:cNvSpPr txBox="1"/>
          <p:nvPr>
            <p:ph idx="1" type="body"/>
          </p:nvPr>
        </p:nvSpPr>
        <p:spPr>
          <a:xfrm>
            <a:off x="628907" y="1369078"/>
            <a:ext cx="7886187" cy="3263313"/>
          </a:xfrm>
          <a:prstGeom prst="rect">
            <a:avLst/>
          </a:prstGeom>
          <a:noFill/>
          <a:ln>
            <a:noFill/>
          </a:ln>
        </p:spPr>
        <p:txBody>
          <a:bodyPr anchorCtr="0" anchor="t" bIns="31100" lIns="62225" spcFirstLastPara="1" rIns="62225" wrap="square" tIns="31100">
            <a:noAutofit/>
          </a:bodyPr>
          <a:lstStyle>
            <a:lvl1pPr indent="-304800" lvl="0" marL="457200" algn="l">
              <a:lnSpc>
                <a:spcPct val="90000"/>
              </a:lnSpc>
              <a:spcBef>
                <a:spcPts val="700"/>
              </a:spcBef>
              <a:spcAft>
                <a:spcPts val="0"/>
              </a:spcAft>
              <a:buClr>
                <a:schemeClr val="dk1"/>
              </a:buClr>
              <a:buSzPts val="1200"/>
              <a:buChar char="•"/>
              <a:defRPr/>
            </a:lvl1pPr>
            <a:lvl2pPr indent="-304800" lvl="1" marL="914400" algn="l">
              <a:lnSpc>
                <a:spcPct val="90000"/>
              </a:lnSpc>
              <a:spcBef>
                <a:spcPts val="400"/>
              </a:spcBef>
              <a:spcAft>
                <a:spcPts val="0"/>
              </a:spcAft>
              <a:buClr>
                <a:schemeClr val="dk1"/>
              </a:buClr>
              <a:buSzPts val="1200"/>
              <a:buChar char="•"/>
              <a:defRPr/>
            </a:lvl2pPr>
            <a:lvl3pPr indent="-304800" lvl="2" marL="1371600" algn="l">
              <a:lnSpc>
                <a:spcPct val="90000"/>
              </a:lnSpc>
              <a:spcBef>
                <a:spcPts val="400"/>
              </a:spcBef>
              <a:spcAft>
                <a:spcPts val="0"/>
              </a:spcAft>
              <a:buClr>
                <a:schemeClr val="dk1"/>
              </a:buClr>
              <a:buSzPts val="1200"/>
              <a:buChar char="•"/>
              <a:defRPr/>
            </a:lvl3pPr>
            <a:lvl4pPr indent="-304800" lvl="3" marL="1828800" algn="l">
              <a:lnSpc>
                <a:spcPct val="90000"/>
              </a:lnSpc>
              <a:spcBef>
                <a:spcPts val="400"/>
              </a:spcBef>
              <a:spcAft>
                <a:spcPts val="0"/>
              </a:spcAft>
              <a:buClr>
                <a:schemeClr val="dk1"/>
              </a:buClr>
              <a:buSzPts val="1200"/>
              <a:buChar char="•"/>
              <a:defRPr/>
            </a:lvl4pPr>
            <a:lvl5pPr indent="-304800" lvl="4" marL="2286000" algn="l">
              <a:lnSpc>
                <a:spcPct val="90000"/>
              </a:lnSpc>
              <a:spcBef>
                <a:spcPts val="400"/>
              </a:spcBef>
              <a:spcAft>
                <a:spcPts val="0"/>
              </a:spcAft>
              <a:buClr>
                <a:schemeClr val="dk1"/>
              </a:buClr>
              <a:buSzPts val="1200"/>
              <a:buChar char="•"/>
              <a:defRPr/>
            </a:lvl5pPr>
            <a:lvl6pPr indent="-304800" lvl="5" marL="2743200" algn="l">
              <a:lnSpc>
                <a:spcPct val="90000"/>
              </a:lnSpc>
              <a:spcBef>
                <a:spcPts val="400"/>
              </a:spcBef>
              <a:spcAft>
                <a:spcPts val="0"/>
              </a:spcAft>
              <a:buClr>
                <a:schemeClr val="dk1"/>
              </a:buClr>
              <a:buSzPts val="1200"/>
              <a:buChar char="•"/>
              <a:defRPr/>
            </a:lvl6pPr>
            <a:lvl7pPr indent="-304800" lvl="6" marL="3200400" algn="l">
              <a:lnSpc>
                <a:spcPct val="90000"/>
              </a:lnSpc>
              <a:spcBef>
                <a:spcPts val="400"/>
              </a:spcBef>
              <a:spcAft>
                <a:spcPts val="0"/>
              </a:spcAft>
              <a:buClr>
                <a:schemeClr val="dk1"/>
              </a:buClr>
              <a:buSzPts val="1200"/>
              <a:buChar char="•"/>
              <a:defRPr/>
            </a:lvl7pPr>
            <a:lvl8pPr indent="-304800" lvl="7" marL="3657600" algn="l">
              <a:lnSpc>
                <a:spcPct val="90000"/>
              </a:lnSpc>
              <a:spcBef>
                <a:spcPts val="400"/>
              </a:spcBef>
              <a:spcAft>
                <a:spcPts val="0"/>
              </a:spcAft>
              <a:buClr>
                <a:schemeClr val="dk1"/>
              </a:buClr>
              <a:buSzPts val="1200"/>
              <a:buChar char="•"/>
              <a:defRPr/>
            </a:lvl8pPr>
            <a:lvl9pPr indent="-304800" lvl="8" marL="4114800" algn="l">
              <a:lnSpc>
                <a:spcPct val="90000"/>
              </a:lnSpc>
              <a:spcBef>
                <a:spcPts val="400"/>
              </a:spcBef>
              <a:spcAft>
                <a:spcPts val="0"/>
              </a:spcAft>
              <a:buClr>
                <a:schemeClr val="dk1"/>
              </a:buClr>
              <a:buSzPts val="1200"/>
              <a:buChar char="•"/>
              <a:defRPr/>
            </a:lvl9pPr>
          </a:lstStyle>
          <a:p/>
        </p:txBody>
      </p:sp>
      <p:sp>
        <p:nvSpPr>
          <p:cNvPr id="152" name="Google Shape;152;p24"/>
          <p:cNvSpPr txBox="1"/>
          <p:nvPr>
            <p:ph idx="10" type="dt"/>
          </p:nvPr>
        </p:nvSpPr>
        <p:spPr>
          <a:xfrm>
            <a:off x="628907" y="4767463"/>
            <a:ext cx="2057454"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sz="900">
                <a:solidFill>
                  <a:srgbClr val="898989"/>
                </a:solidFill>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53" name="Google Shape;153;p24"/>
          <p:cNvSpPr txBox="1"/>
          <p:nvPr>
            <p:ph idx="11" type="ftr"/>
          </p:nvPr>
        </p:nvSpPr>
        <p:spPr>
          <a:xfrm>
            <a:off x="3028909" y="4767463"/>
            <a:ext cx="3086181" cy="273383"/>
          </a:xfrm>
          <a:prstGeom prst="rect">
            <a:avLst/>
          </a:prstGeom>
          <a:noFill/>
          <a:ln>
            <a:noFill/>
          </a:ln>
        </p:spPr>
        <p:txBody>
          <a:bodyPr anchorCtr="0" anchor="ctr" bIns="31100" lIns="62225" spcFirstLastPara="1" rIns="62225" wrap="square" tIns="311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54" name="Google Shape;154;p24"/>
          <p:cNvSpPr txBox="1"/>
          <p:nvPr>
            <p:ph idx="12" type="sldNum"/>
          </p:nvPr>
        </p:nvSpPr>
        <p:spPr>
          <a:xfrm>
            <a:off x="6457639" y="4767463"/>
            <a:ext cx="2057454" cy="273383"/>
          </a:xfrm>
          <a:prstGeom prst="rect">
            <a:avLst/>
          </a:prstGeom>
          <a:noFill/>
          <a:ln>
            <a:noFill/>
          </a:ln>
        </p:spPr>
        <p:txBody>
          <a:bodyPr anchorCtr="0" anchor="ctr" bIns="31100" lIns="62225" spcFirstLastPara="1" rIns="62225" wrap="square" tIns="311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5.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907" y="273383"/>
            <a:ext cx="7886100" cy="994200"/>
          </a:xfrm>
          <a:prstGeom prst="rect">
            <a:avLst/>
          </a:prstGeom>
          <a:noFill/>
          <a:ln>
            <a:noFill/>
          </a:ln>
        </p:spPr>
        <p:txBody>
          <a:bodyPr anchorCtr="0" anchor="ctr" bIns="31100" lIns="62225" spcFirstLastPara="1" rIns="62225" wrap="square" tIns="31100">
            <a:noAutofit/>
          </a:bodyPr>
          <a:lstStyle>
            <a:lvl1pPr lvl="0"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9pPr>
          </a:lstStyle>
          <a:p/>
        </p:txBody>
      </p:sp>
      <p:sp>
        <p:nvSpPr>
          <p:cNvPr id="7" name="Google Shape;7;p1"/>
          <p:cNvSpPr txBox="1"/>
          <p:nvPr>
            <p:ph idx="1" type="body"/>
          </p:nvPr>
        </p:nvSpPr>
        <p:spPr>
          <a:xfrm>
            <a:off x="628907" y="1369078"/>
            <a:ext cx="7886100" cy="3263400"/>
          </a:xfrm>
          <a:prstGeom prst="rect">
            <a:avLst/>
          </a:prstGeom>
          <a:noFill/>
          <a:ln>
            <a:noFill/>
          </a:ln>
        </p:spPr>
        <p:txBody>
          <a:bodyPr anchorCtr="0" anchor="t" bIns="31100" lIns="62225" spcFirstLastPara="1" rIns="62225" wrap="square" tIns="31100">
            <a:noAutofit/>
          </a:bodyPr>
          <a:lstStyle>
            <a:lvl1pPr indent="-355600" lvl="0" marL="457200" marR="0" rtl="0" algn="l">
              <a:lnSpc>
                <a:spcPct val="90000"/>
              </a:lnSpc>
              <a:spcBef>
                <a:spcPts val="7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907" y="4767463"/>
            <a:ext cx="2057400" cy="273300"/>
          </a:xfrm>
          <a:prstGeom prst="rect">
            <a:avLst/>
          </a:prstGeom>
          <a:noFill/>
          <a:ln>
            <a:noFill/>
          </a:ln>
        </p:spPr>
        <p:txBody>
          <a:bodyPr anchorCtr="0" anchor="ctr" bIns="31100" lIns="62225" spcFirstLastPara="1" rIns="62225" wrap="square" tIns="31100">
            <a:noAutofit/>
          </a:bodyPr>
          <a:lstStyle>
            <a:lvl1pPr lvl="0" marR="0" rtl="0" algn="l">
              <a:lnSpc>
                <a:spcPct val="100000"/>
              </a:lnSpc>
              <a:spcBef>
                <a:spcPts val="0"/>
              </a:spcBef>
              <a:spcAft>
                <a:spcPts val="0"/>
              </a:spcAft>
              <a:buSzPts val="1000"/>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9pPr>
          </a:lstStyle>
          <a:p/>
        </p:txBody>
      </p:sp>
      <p:sp>
        <p:nvSpPr>
          <p:cNvPr id="9" name="Google Shape;9;p1"/>
          <p:cNvSpPr txBox="1"/>
          <p:nvPr>
            <p:ph idx="11" type="ftr"/>
          </p:nvPr>
        </p:nvSpPr>
        <p:spPr>
          <a:xfrm>
            <a:off x="3028909" y="4767463"/>
            <a:ext cx="3086100" cy="273300"/>
          </a:xfrm>
          <a:prstGeom prst="rect">
            <a:avLst/>
          </a:prstGeom>
          <a:noFill/>
          <a:ln>
            <a:noFill/>
          </a:ln>
        </p:spPr>
        <p:txBody>
          <a:bodyPr anchorCtr="0" anchor="ctr" bIns="31100" lIns="62225" spcFirstLastPara="1" rIns="62225" wrap="square" tIns="31100">
            <a:noAutofit/>
          </a:bodyPr>
          <a:lstStyle>
            <a:lvl1pPr lvl="0"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9pPr>
          </a:lstStyle>
          <a:p/>
        </p:txBody>
      </p:sp>
      <p:sp>
        <p:nvSpPr>
          <p:cNvPr id="10" name="Google Shape;10;p1"/>
          <p:cNvSpPr txBox="1"/>
          <p:nvPr>
            <p:ph idx="12" type="sldNum"/>
          </p:nvPr>
        </p:nvSpPr>
        <p:spPr>
          <a:xfrm>
            <a:off x="6457639" y="4767463"/>
            <a:ext cx="2057400" cy="273300"/>
          </a:xfrm>
          <a:prstGeom prst="rect">
            <a:avLst/>
          </a:prstGeom>
          <a:noFill/>
          <a:ln>
            <a:noFill/>
          </a:ln>
        </p:spPr>
        <p:txBody>
          <a:bodyPr anchorCtr="0" anchor="ctr" bIns="31100" lIns="62225" spcFirstLastPara="1" rIns="62225" wrap="square" tIns="311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sz="10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p13"/>
          <p:cNvSpPr txBox="1"/>
          <p:nvPr>
            <p:ph type="title"/>
          </p:nvPr>
        </p:nvSpPr>
        <p:spPr>
          <a:xfrm>
            <a:off x="628907" y="273383"/>
            <a:ext cx="7886187" cy="994122"/>
          </a:xfrm>
          <a:prstGeom prst="rect">
            <a:avLst/>
          </a:prstGeom>
          <a:noFill/>
          <a:ln>
            <a:noFill/>
          </a:ln>
        </p:spPr>
        <p:txBody>
          <a:bodyPr anchorCtr="0" anchor="ctr" bIns="31100" lIns="62225" spcFirstLastPara="1" rIns="62225" wrap="square" tIns="31100">
            <a:noAutofit/>
          </a:bodyPr>
          <a:lstStyle>
            <a:lvl1pPr lvl="0"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000"/>
              <a:buNone/>
              <a:defRPr b="0" i="0" sz="3300" u="none" cap="none" strike="noStrike">
                <a:solidFill>
                  <a:schemeClr val="dk1"/>
                </a:solidFill>
                <a:latin typeface="Calibri"/>
                <a:ea typeface="Calibri"/>
                <a:cs typeface="Calibri"/>
                <a:sym typeface="Calibri"/>
              </a:defRPr>
            </a:lvl9pPr>
          </a:lstStyle>
          <a:p/>
        </p:txBody>
      </p:sp>
      <p:sp>
        <p:nvSpPr>
          <p:cNvPr id="82" name="Google Shape;82;p13"/>
          <p:cNvSpPr txBox="1"/>
          <p:nvPr>
            <p:ph idx="1" type="body"/>
          </p:nvPr>
        </p:nvSpPr>
        <p:spPr>
          <a:xfrm>
            <a:off x="628907" y="1369078"/>
            <a:ext cx="7886187" cy="3263313"/>
          </a:xfrm>
          <a:prstGeom prst="rect">
            <a:avLst/>
          </a:prstGeom>
          <a:noFill/>
          <a:ln>
            <a:noFill/>
          </a:ln>
        </p:spPr>
        <p:txBody>
          <a:bodyPr anchorCtr="0" anchor="t" bIns="31100" lIns="62225" spcFirstLastPara="1" rIns="62225" wrap="square" tIns="31100">
            <a:noAutofit/>
          </a:bodyPr>
          <a:lstStyle>
            <a:lvl1pPr indent="-355600" lvl="0" marL="457200" marR="0" rtl="0" algn="l">
              <a:lnSpc>
                <a:spcPct val="90000"/>
              </a:lnSpc>
              <a:spcBef>
                <a:spcPts val="7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83" name="Google Shape;83;p13"/>
          <p:cNvSpPr txBox="1"/>
          <p:nvPr>
            <p:ph idx="10" type="dt"/>
          </p:nvPr>
        </p:nvSpPr>
        <p:spPr>
          <a:xfrm>
            <a:off x="628907" y="4767463"/>
            <a:ext cx="2057454" cy="273383"/>
          </a:xfrm>
          <a:prstGeom prst="rect">
            <a:avLst/>
          </a:prstGeom>
          <a:noFill/>
          <a:ln>
            <a:noFill/>
          </a:ln>
        </p:spPr>
        <p:txBody>
          <a:bodyPr anchorCtr="0" anchor="ctr" bIns="31100" lIns="62225" spcFirstLastPara="1" rIns="62225" wrap="square" tIns="31100">
            <a:noAutofit/>
          </a:bodyPr>
          <a:lstStyle>
            <a:lvl1pPr lvl="0" marR="0" rtl="0" algn="l">
              <a:lnSpc>
                <a:spcPct val="100000"/>
              </a:lnSpc>
              <a:spcBef>
                <a:spcPts val="0"/>
              </a:spcBef>
              <a:spcAft>
                <a:spcPts val="0"/>
              </a:spcAft>
              <a:buSzPts val="1000"/>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9pPr>
          </a:lstStyle>
          <a:p/>
        </p:txBody>
      </p:sp>
      <p:sp>
        <p:nvSpPr>
          <p:cNvPr id="84" name="Google Shape;84;p13"/>
          <p:cNvSpPr txBox="1"/>
          <p:nvPr>
            <p:ph idx="11" type="ftr"/>
          </p:nvPr>
        </p:nvSpPr>
        <p:spPr>
          <a:xfrm>
            <a:off x="3028909" y="4767463"/>
            <a:ext cx="3086181" cy="273383"/>
          </a:xfrm>
          <a:prstGeom prst="rect">
            <a:avLst/>
          </a:prstGeom>
          <a:noFill/>
          <a:ln>
            <a:noFill/>
          </a:ln>
        </p:spPr>
        <p:txBody>
          <a:bodyPr anchorCtr="0" anchor="ctr" bIns="31100" lIns="62225" spcFirstLastPara="1" rIns="62225" wrap="square" tIns="31100">
            <a:noAutofit/>
          </a:bodyPr>
          <a:lstStyle>
            <a:lvl1pPr lvl="0"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000"/>
              <a:buNone/>
              <a:defRPr b="0" i="0" sz="1600" u="none" cap="none" strike="noStrike">
                <a:solidFill>
                  <a:srgbClr val="000000"/>
                </a:solidFill>
                <a:latin typeface="Arial"/>
                <a:ea typeface="Arial"/>
                <a:cs typeface="Arial"/>
                <a:sym typeface="Arial"/>
              </a:defRPr>
            </a:lvl9pPr>
          </a:lstStyle>
          <a:p/>
        </p:txBody>
      </p:sp>
      <p:sp>
        <p:nvSpPr>
          <p:cNvPr id="85" name="Google Shape;85;p13"/>
          <p:cNvSpPr txBox="1"/>
          <p:nvPr>
            <p:ph idx="12" type="sldNum"/>
          </p:nvPr>
        </p:nvSpPr>
        <p:spPr>
          <a:xfrm>
            <a:off x="6457639" y="4767463"/>
            <a:ext cx="2057454" cy="273383"/>
          </a:xfrm>
          <a:prstGeom prst="rect">
            <a:avLst/>
          </a:prstGeom>
          <a:noFill/>
          <a:ln>
            <a:noFill/>
          </a:ln>
        </p:spPr>
        <p:txBody>
          <a:bodyPr anchorCtr="0" anchor="ctr" bIns="31100" lIns="62225" spcFirstLastPara="1" rIns="62225" wrap="square" tIns="311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l"/>
              <a:t>‹#›</a:t>
            </a:fld>
            <a:endParaRPr sz="1000">
              <a:solidFill>
                <a:srgbClr val="000000"/>
              </a:solidFill>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6.jp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6.jp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3.jp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2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3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8.jpg"/><Relationship Id="rId4" Type="http://schemas.openxmlformats.org/officeDocument/2006/relationships/image" Target="../media/image22.png"/><Relationship Id="rId5" Type="http://schemas.openxmlformats.org/officeDocument/2006/relationships/image" Target="../media/image26.png"/><Relationship Id="rId6"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8.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Upiększ ten slajd" id="159" name="Google Shape;159;p2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628907" y="522008"/>
            <a:ext cx="7886100" cy="994200"/>
          </a:xfrm>
          <a:prstGeom prst="rect">
            <a:avLst/>
          </a:prstGeom>
        </p:spPr>
        <p:txBody>
          <a:bodyPr anchorCtr="0" anchor="ctr" bIns="31100" lIns="62225" spcFirstLastPara="1" rIns="62225" wrap="square" tIns="31100">
            <a:noAutofit/>
          </a:bodyPr>
          <a:lstStyle/>
          <a:p>
            <a:pPr indent="0" lvl="0" marL="0" rtl="0" algn="l">
              <a:spcBef>
                <a:spcPts val="0"/>
              </a:spcBef>
              <a:spcAft>
                <a:spcPts val="0"/>
              </a:spcAft>
              <a:buNone/>
            </a:pPr>
            <a:r>
              <a:rPr lang="pl"/>
              <a:t>Behavior of the market</a:t>
            </a:r>
            <a:endParaRPr/>
          </a:p>
        </p:txBody>
      </p:sp>
      <p:sp>
        <p:nvSpPr>
          <p:cNvPr id="165" name="Google Shape;165;p26"/>
          <p:cNvSpPr txBox="1"/>
          <p:nvPr>
            <p:ph idx="1" type="body"/>
          </p:nvPr>
        </p:nvSpPr>
        <p:spPr>
          <a:xfrm>
            <a:off x="628950" y="4379525"/>
            <a:ext cx="7886100" cy="314100"/>
          </a:xfrm>
          <a:prstGeom prst="rect">
            <a:avLst/>
          </a:prstGeom>
        </p:spPr>
        <p:txBody>
          <a:bodyPr anchorCtr="0" anchor="t" bIns="31100" lIns="62225" spcFirstLastPara="1" rIns="62225" wrap="square" tIns="31100">
            <a:noAutofit/>
          </a:bodyPr>
          <a:lstStyle/>
          <a:p>
            <a:pPr indent="0" lvl="0" marL="0" rtl="0" algn="l">
              <a:spcBef>
                <a:spcPts val="700"/>
              </a:spcBef>
              <a:spcAft>
                <a:spcPts val="0"/>
              </a:spcAft>
              <a:buNone/>
            </a:pPr>
            <a:r>
              <a:rPr lang="pl" sz="900"/>
              <a:t>https://iot-analytics.com/number-connected-iot-devices/#:~:text=State%20of%20IoT%202022:%20Number,18%25%20to%2014.4%20billion%20globally</a:t>
            </a:r>
            <a:endParaRPr sz="900"/>
          </a:p>
        </p:txBody>
      </p:sp>
      <p:pic>
        <p:nvPicPr>
          <p:cNvPr id="166" name="Google Shape;166;p26"/>
          <p:cNvPicPr preferRelativeResize="0"/>
          <p:nvPr/>
        </p:nvPicPr>
        <p:blipFill>
          <a:blip r:embed="rId3">
            <a:alphaModFix/>
          </a:blip>
          <a:stretch>
            <a:fillRect/>
          </a:stretch>
        </p:blipFill>
        <p:spPr>
          <a:xfrm>
            <a:off x="1809675" y="1310150"/>
            <a:ext cx="5524650" cy="2903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descr="Upiększ ten slajd" id="171" name="Google Shape;171;p27"/>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descr="Zmień napis Aftermath na Finances i usuń 7 w prawym dolnym rogu" id="176" name="Google Shape;176;p2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Upiększ ten slajd" id="181" name="Google Shape;181;p29"/>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descr="Upiększ slajd ale zostaw jasny motyw i nie zmieniaj zdjęcia na środku (możesz przesunąć )" id="186" name="Google Shape;186;p30"/>
          <p:cNvPicPr preferRelativeResize="0"/>
          <p:nvPr/>
        </p:nvPicPr>
        <p:blipFill>
          <a:blip r:embed="rId3">
            <a:alphaModFix/>
          </a:blip>
          <a:stretch>
            <a:fillRect/>
          </a:stretch>
        </p:blipFill>
        <p:spPr>
          <a:xfrm>
            <a:off x="-35700" y="0"/>
            <a:ext cx="9210675" cy="5143500"/>
          </a:xfrm>
          <a:prstGeom prst="rect">
            <a:avLst/>
          </a:prstGeom>
          <a:noFill/>
          <a:ln>
            <a:noFill/>
          </a:ln>
        </p:spPr>
      </p:pic>
      <p:pic>
        <p:nvPicPr>
          <p:cNvPr id="187" name="Google Shape;187;p30"/>
          <p:cNvPicPr preferRelativeResize="0"/>
          <p:nvPr/>
        </p:nvPicPr>
        <p:blipFill>
          <a:blip r:embed="rId4">
            <a:alphaModFix/>
          </a:blip>
          <a:stretch>
            <a:fillRect/>
          </a:stretch>
        </p:blipFill>
        <p:spPr>
          <a:xfrm>
            <a:off x="4858500" y="4214400"/>
            <a:ext cx="354400" cy="146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31"/>
          <p:cNvPicPr preferRelativeResize="0"/>
          <p:nvPr/>
        </p:nvPicPr>
        <p:blipFill rotWithShape="1">
          <a:blip r:embed="rId3">
            <a:alphaModFix/>
          </a:blip>
          <a:srcRect b="0" l="29" r="19" t="0"/>
          <a:stretch/>
        </p:blipFill>
        <p:spPr>
          <a:xfrm>
            <a:off x="-35700" y="0"/>
            <a:ext cx="9210675" cy="51476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descr="zmień napis z product na technical" id="197" name="Google Shape;197;p32"/>
          <p:cNvPicPr preferRelativeResize="0"/>
          <p:nvPr/>
        </p:nvPicPr>
        <p:blipFill>
          <a:blip r:embed="rId3">
            <a:alphaModFix/>
          </a:blip>
          <a:stretch>
            <a:fillRect/>
          </a:stretch>
        </p:blipFill>
        <p:spPr>
          <a:xfrm>
            <a:off x="-96251" y="0"/>
            <a:ext cx="9240252"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descr="Upiększ ten slajd" id="202" name="Google Shape;202;p3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34"/>
          <p:cNvPicPr preferRelativeResize="0"/>
          <p:nvPr/>
        </p:nvPicPr>
        <p:blipFill rotWithShape="1">
          <a:blip r:embed="rId3">
            <a:alphaModFix/>
          </a:blip>
          <a:srcRect b="0" l="29" r="19" t="0"/>
          <a:stretch/>
        </p:blipFill>
        <p:spPr>
          <a:xfrm>
            <a:off x="-35700" y="0"/>
            <a:ext cx="9210675" cy="514768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type="title"/>
          </p:nvPr>
        </p:nvSpPr>
        <p:spPr>
          <a:xfrm>
            <a:off x="628957" y="536533"/>
            <a:ext cx="7886100" cy="994200"/>
          </a:xfrm>
          <a:prstGeom prst="rect">
            <a:avLst/>
          </a:prstGeom>
        </p:spPr>
        <p:txBody>
          <a:bodyPr anchorCtr="0" anchor="ctr" bIns="31100" lIns="62225" spcFirstLastPara="1" rIns="62225" wrap="square" tIns="31100">
            <a:noAutofit/>
          </a:bodyPr>
          <a:lstStyle/>
          <a:p>
            <a:pPr indent="0" lvl="0" marL="0" rtl="0" algn="l">
              <a:spcBef>
                <a:spcPts val="0"/>
              </a:spcBef>
              <a:spcAft>
                <a:spcPts val="0"/>
              </a:spcAft>
              <a:buNone/>
            </a:pPr>
            <a:r>
              <a:rPr lang="pl"/>
              <a:t>PCB - schematic</a:t>
            </a:r>
            <a:endParaRPr/>
          </a:p>
        </p:txBody>
      </p:sp>
      <p:pic>
        <p:nvPicPr>
          <p:cNvPr id="213" name="Google Shape;213;p35"/>
          <p:cNvPicPr preferRelativeResize="0"/>
          <p:nvPr/>
        </p:nvPicPr>
        <p:blipFill>
          <a:blip r:embed="rId3">
            <a:alphaModFix/>
          </a:blip>
          <a:stretch>
            <a:fillRect/>
          </a:stretch>
        </p:blipFill>
        <p:spPr>
          <a:xfrm>
            <a:off x="2135788" y="1341113"/>
            <a:ext cx="4872325" cy="33193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dodaj tu ładne tło" id="218" name="Google Shape;218;p3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descr="Upiększ ten slajd" id="223" name="Google Shape;223;p37"/>
          <p:cNvPicPr preferRelativeResize="0"/>
          <p:nvPr/>
        </p:nvPicPr>
        <p:blipFill>
          <a:blip r:embed="rId3">
            <a:alphaModFix/>
          </a:blip>
          <a:stretch>
            <a:fillRect/>
          </a:stretch>
        </p:blipFill>
        <p:spPr>
          <a:xfrm>
            <a:off x="-35700" y="0"/>
            <a:ext cx="9210675" cy="5143500"/>
          </a:xfrm>
          <a:prstGeom prst="rect">
            <a:avLst/>
          </a:prstGeom>
          <a:noFill/>
          <a:ln>
            <a:noFill/>
          </a:ln>
        </p:spPr>
      </p:pic>
      <p:pic>
        <p:nvPicPr>
          <p:cNvPr id="224" name="Google Shape;224;p37"/>
          <p:cNvPicPr preferRelativeResize="0"/>
          <p:nvPr/>
        </p:nvPicPr>
        <p:blipFill>
          <a:blip r:embed="rId4">
            <a:alphaModFix/>
          </a:blip>
          <a:stretch>
            <a:fillRect/>
          </a:stretch>
        </p:blipFill>
        <p:spPr>
          <a:xfrm>
            <a:off x="1252200" y="0"/>
            <a:ext cx="7922773" cy="41045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descr="Upiększ ten slajd" id="229" name="Google Shape;229;p3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39"/>
          <p:cNvPicPr preferRelativeResize="0"/>
          <p:nvPr/>
        </p:nvPicPr>
        <p:blipFill rotWithShape="1">
          <a:blip r:embed="rId3">
            <a:alphaModFix/>
          </a:blip>
          <a:srcRect b="0" l="29" r="19" t="0"/>
          <a:stretch/>
        </p:blipFill>
        <p:spPr>
          <a:xfrm>
            <a:off x="-35700" y="0"/>
            <a:ext cx="9210675" cy="514768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Upiększ ten slajd" id="239" name="Google Shape;239;p4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descr="Upiększ ten slajd" id="244" name="Google Shape;244;p41"/>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descr="Upiększ ten slajd" id="249" name="Google Shape;249;p42"/>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descr="Upiększ ten slajd" id="254" name="Google Shape;254;p43"/>
          <p:cNvPicPr preferRelativeResize="0"/>
          <p:nvPr/>
        </p:nvPicPr>
        <p:blipFill>
          <a:blip r:embed="rId3">
            <a:alphaModFix/>
          </a:blip>
          <a:stretch>
            <a:fillRect/>
          </a:stretch>
        </p:blipFill>
        <p:spPr>
          <a:xfrm>
            <a:off x="-35700" y="0"/>
            <a:ext cx="9210675" cy="5143500"/>
          </a:xfrm>
          <a:prstGeom prst="rect">
            <a:avLst/>
          </a:prstGeom>
          <a:noFill/>
          <a:ln>
            <a:noFill/>
          </a:ln>
        </p:spPr>
      </p:pic>
      <p:pic>
        <p:nvPicPr>
          <p:cNvPr id="255" name="Google Shape;255;p43"/>
          <p:cNvPicPr preferRelativeResize="0"/>
          <p:nvPr/>
        </p:nvPicPr>
        <p:blipFill>
          <a:blip r:embed="rId4">
            <a:alphaModFix/>
          </a:blip>
          <a:stretch>
            <a:fillRect/>
          </a:stretch>
        </p:blipFill>
        <p:spPr>
          <a:xfrm>
            <a:off x="-35700" y="4212725"/>
            <a:ext cx="811450" cy="930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descr="Upiększ ten slajd" id="260" name="Google Shape;260;p4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descr="Upiększ ten slajd" id="265" name="Google Shape;265;p4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descr="Upiększ ten slajd" id="270" name="Google Shape;270;p4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descr="Upiększ ten slajd" id="275" name="Google Shape;275;p47"/>
          <p:cNvPicPr preferRelativeResize="0"/>
          <p:nvPr/>
        </p:nvPicPr>
        <p:blipFill>
          <a:blip r:embed="rId3">
            <a:alphaModFix/>
          </a:blip>
          <a:stretch>
            <a:fillRect/>
          </a:stretch>
        </p:blipFill>
        <p:spPr>
          <a:xfrm>
            <a:off x="-36500" y="0"/>
            <a:ext cx="9210675" cy="5143500"/>
          </a:xfrm>
          <a:prstGeom prst="rect">
            <a:avLst/>
          </a:prstGeom>
          <a:noFill/>
          <a:ln>
            <a:noFill/>
          </a:ln>
        </p:spPr>
      </p:pic>
      <p:pic>
        <p:nvPicPr>
          <p:cNvPr id="276" name="Google Shape;276;p47"/>
          <p:cNvPicPr preferRelativeResize="0"/>
          <p:nvPr/>
        </p:nvPicPr>
        <p:blipFill>
          <a:blip r:embed="rId4">
            <a:alphaModFix/>
          </a:blip>
          <a:stretch>
            <a:fillRect/>
          </a:stretch>
        </p:blipFill>
        <p:spPr>
          <a:xfrm>
            <a:off x="4982889" y="3600700"/>
            <a:ext cx="28050" cy="101375"/>
          </a:xfrm>
          <a:prstGeom prst="rect">
            <a:avLst/>
          </a:prstGeom>
          <a:noFill/>
          <a:ln>
            <a:noFill/>
          </a:ln>
        </p:spPr>
      </p:pic>
      <p:pic>
        <p:nvPicPr>
          <p:cNvPr id="277" name="Google Shape;277;p47"/>
          <p:cNvPicPr preferRelativeResize="0"/>
          <p:nvPr/>
        </p:nvPicPr>
        <p:blipFill>
          <a:blip r:embed="rId5">
            <a:alphaModFix/>
          </a:blip>
          <a:stretch>
            <a:fillRect/>
          </a:stretch>
        </p:blipFill>
        <p:spPr>
          <a:xfrm>
            <a:off x="5004800" y="3651125"/>
            <a:ext cx="40600" cy="66325"/>
          </a:xfrm>
          <a:prstGeom prst="rect">
            <a:avLst/>
          </a:prstGeom>
          <a:noFill/>
          <a:ln>
            <a:noFill/>
          </a:ln>
        </p:spPr>
      </p:pic>
      <p:pic>
        <p:nvPicPr>
          <p:cNvPr id="278" name="Google Shape;278;p47"/>
          <p:cNvPicPr preferRelativeResize="0"/>
          <p:nvPr/>
        </p:nvPicPr>
        <p:blipFill>
          <a:blip r:embed="rId6">
            <a:alphaModFix/>
          </a:blip>
          <a:stretch>
            <a:fillRect/>
          </a:stretch>
        </p:blipFill>
        <p:spPr>
          <a:xfrm>
            <a:off x="4964202" y="3680252"/>
            <a:ext cx="40600" cy="3394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8"/>
          <p:cNvSpPr txBox="1"/>
          <p:nvPr>
            <p:ph type="title"/>
          </p:nvPr>
        </p:nvSpPr>
        <p:spPr>
          <a:xfrm>
            <a:off x="721857" y="474758"/>
            <a:ext cx="7886100" cy="994200"/>
          </a:xfrm>
          <a:prstGeom prst="rect">
            <a:avLst/>
          </a:prstGeom>
        </p:spPr>
        <p:txBody>
          <a:bodyPr anchorCtr="0" anchor="ctr" bIns="31100" lIns="62225" spcFirstLastPara="1" rIns="62225" wrap="square" tIns="31100">
            <a:noAutofit/>
          </a:bodyPr>
          <a:lstStyle/>
          <a:p>
            <a:pPr indent="0" lvl="0" marL="0" rtl="0" algn="l">
              <a:spcBef>
                <a:spcPts val="0"/>
              </a:spcBef>
              <a:spcAft>
                <a:spcPts val="0"/>
              </a:spcAft>
              <a:buNone/>
            </a:pPr>
            <a:r>
              <a:rPr lang="pl"/>
              <a:t>Usage</a:t>
            </a:r>
            <a:endParaRPr/>
          </a:p>
        </p:txBody>
      </p:sp>
      <p:sp>
        <p:nvSpPr>
          <p:cNvPr id="284" name="Google Shape;284;p48"/>
          <p:cNvSpPr txBox="1"/>
          <p:nvPr>
            <p:ph idx="1" type="body"/>
          </p:nvPr>
        </p:nvSpPr>
        <p:spPr>
          <a:xfrm>
            <a:off x="1004388" y="1394825"/>
            <a:ext cx="7135200" cy="3263400"/>
          </a:xfrm>
          <a:prstGeom prst="rect">
            <a:avLst/>
          </a:prstGeom>
        </p:spPr>
        <p:txBody>
          <a:bodyPr anchorCtr="0" anchor="t" bIns="31100" lIns="62225" spcFirstLastPara="1" rIns="62225" wrap="square" tIns="31100">
            <a:noAutofit/>
          </a:bodyPr>
          <a:lstStyle/>
          <a:p>
            <a:pPr indent="0" lvl="0" marL="0" rtl="0" algn="l">
              <a:spcBef>
                <a:spcPts val="700"/>
              </a:spcBef>
              <a:spcAft>
                <a:spcPts val="0"/>
              </a:spcAft>
              <a:buNone/>
            </a:pPr>
            <a:r>
              <a:t/>
            </a:r>
            <a:endParaRPr/>
          </a:p>
        </p:txBody>
      </p:sp>
      <p:sp>
        <p:nvSpPr>
          <p:cNvPr id="285" name="Google Shape;285;p48"/>
          <p:cNvSpPr txBox="1"/>
          <p:nvPr>
            <p:ph idx="1" type="body"/>
          </p:nvPr>
        </p:nvSpPr>
        <p:spPr>
          <a:xfrm>
            <a:off x="1004388" y="1394825"/>
            <a:ext cx="7135200" cy="3263400"/>
          </a:xfrm>
          <a:prstGeom prst="rect">
            <a:avLst/>
          </a:prstGeom>
        </p:spPr>
        <p:txBody>
          <a:bodyPr anchorCtr="0" anchor="t" bIns="31100" lIns="62225" spcFirstLastPara="1" rIns="62225" wrap="square" tIns="31100">
            <a:noAutofit/>
          </a:bodyPr>
          <a:lstStyle/>
          <a:p>
            <a:pPr indent="0" lvl="0" marL="0" rtl="0" algn="l">
              <a:spcBef>
                <a:spcPts val="700"/>
              </a:spcBef>
              <a:spcAft>
                <a:spcPts val="0"/>
              </a:spcAft>
              <a:buNone/>
            </a:pPr>
            <a:r>
              <a:t/>
            </a:r>
            <a:endParaRPr/>
          </a:p>
        </p:txBody>
      </p:sp>
      <p:pic>
        <p:nvPicPr>
          <p:cNvPr id="286" name="Google Shape;286;p48"/>
          <p:cNvPicPr preferRelativeResize="0"/>
          <p:nvPr/>
        </p:nvPicPr>
        <p:blipFill>
          <a:blip r:embed="rId3">
            <a:alphaModFix/>
          </a:blip>
          <a:stretch>
            <a:fillRect/>
          </a:stretch>
        </p:blipFill>
        <p:spPr>
          <a:xfrm>
            <a:off x="1004387" y="3083377"/>
            <a:ext cx="2363300" cy="1576874"/>
          </a:xfrm>
          <a:prstGeom prst="rect">
            <a:avLst/>
          </a:prstGeom>
          <a:noFill/>
          <a:ln>
            <a:noFill/>
          </a:ln>
        </p:spPr>
      </p:pic>
      <p:pic>
        <p:nvPicPr>
          <p:cNvPr id="287" name="Google Shape;287;p48"/>
          <p:cNvPicPr preferRelativeResize="0"/>
          <p:nvPr/>
        </p:nvPicPr>
        <p:blipFill>
          <a:blip r:embed="rId4">
            <a:alphaModFix/>
          </a:blip>
          <a:stretch>
            <a:fillRect/>
          </a:stretch>
        </p:blipFill>
        <p:spPr>
          <a:xfrm>
            <a:off x="3367689" y="3077291"/>
            <a:ext cx="2363301" cy="1581647"/>
          </a:xfrm>
          <a:prstGeom prst="rect">
            <a:avLst/>
          </a:prstGeom>
          <a:noFill/>
          <a:ln>
            <a:noFill/>
          </a:ln>
        </p:spPr>
      </p:pic>
      <p:pic>
        <p:nvPicPr>
          <p:cNvPr id="288" name="Google Shape;288;p48"/>
          <p:cNvPicPr preferRelativeResize="0"/>
          <p:nvPr/>
        </p:nvPicPr>
        <p:blipFill>
          <a:blip r:embed="rId5">
            <a:alphaModFix/>
          </a:blip>
          <a:stretch>
            <a:fillRect/>
          </a:stretch>
        </p:blipFill>
        <p:spPr>
          <a:xfrm>
            <a:off x="5730988" y="3075950"/>
            <a:ext cx="2408625" cy="1584375"/>
          </a:xfrm>
          <a:prstGeom prst="rect">
            <a:avLst/>
          </a:prstGeom>
          <a:noFill/>
          <a:ln>
            <a:noFill/>
          </a:ln>
        </p:spPr>
      </p:pic>
      <p:pic>
        <p:nvPicPr>
          <p:cNvPr id="289" name="Google Shape;289;p48"/>
          <p:cNvPicPr preferRelativeResize="0"/>
          <p:nvPr/>
        </p:nvPicPr>
        <p:blipFill>
          <a:blip r:embed="rId6">
            <a:alphaModFix/>
          </a:blip>
          <a:stretch>
            <a:fillRect/>
          </a:stretch>
        </p:blipFill>
        <p:spPr>
          <a:xfrm>
            <a:off x="1004387" y="1394825"/>
            <a:ext cx="2363301" cy="1609900"/>
          </a:xfrm>
          <a:prstGeom prst="rect">
            <a:avLst/>
          </a:prstGeom>
          <a:noFill/>
          <a:ln>
            <a:noFill/>
          </a:ln>
        </p:spPr>
      </p:pic>
      <p:pic>
        <p:nvPicPr>
          <p:cNvPr id="290" name="Google Shape;290;p48"/>
          <p:cNvPicPr preferRelativeResize="0"/>
          <p:nvPr/>
        </p:nvPicPr>
        <p:blipFill>
          <a:blip r:embed="rId7">
            <a:alphaModFix/>
          </a:blip>
          <a:stretch>
            <a:fillRect/>
          </a:stretch>
        </p:blipFill>
        <p:spPr>
          <a:xfrm>
            <a:off x="3367688" y="1394825"/>
            <a:ext cx="2363300" cy="1609899"/>
          </a:xfrm>
          <a:prstGeom prst="rect">
            <a:avLst/>
          </a:prstGeom>
          <a:noFill/>
          <a:ln>
            <a:noFill/>
          </a:ln>
        </p:spPr>
      </p:pic>
      <p:pic>
        <p:nvPicPr>
          <p:cNvPr id="291" name="Google Shape;291;p48"/>
          <p:cNvPicPr preferRelativeResize="0"/>
          <p:nvPr/>
        </p:nvPicPr>
        <p:blipFill>
          <a:blip r:embed="rId8">
            <a:alphaModFix/>
          </a:blip>
          <a:stretch>
            <a:fillRect/>
          </a:stretch>
        </p:blipFill>
        <p:spPr>
          <a:xfrm>
            <a:off x="5730988" y="1394825"/>
            <a:ext cx="2408634" cy="16098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lank Presentation">
  <a:themeElements>
    <a:clrScheme name="Motyw pakietu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ank Presentation - Default">
  <a:themeElements>
    <a:clrScheme name="Motyw pakietu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